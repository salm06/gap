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5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5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</p:sldIdLst>
  <p:sldSz cx="18288000" cy="10287000"/>
  <p:notesSz cx="6858000" cy="9144000"/>
  <p:embeddedFontLst>
    <p:embeddedFont>
      <p:font typeface="Arial Bold" charset="1" panose="020B0704020202020204"/>
      <p:regular r:id="rId60"/>
    </p:embeddedFont>
    <p:embeddedFont>
      <p:font typeface="Inter" charset="1" panose="02000503000000020004"/>
      <p:regular r:id="rId61"/>
    </p:embeddedFont>
    <p:embeddedFont>
      <p:font typeface="Arimo Bold" charset="1" panose="020B0704020202020204"/>
      <p:regular r:id="rId64"/>
    </p:embeddedFont>
    <p:embeddedFont>
      <p:font typeface="Arimo" charset="1" panose="020B0604020202020204"/>
      <p:regular r:id="rId74"/>
    </p:embeddedFont>
    <p:embeddedFont>
      <p:font typeface="Inter Bold" charset="1" panose="02000503000000020004"/>
      <p:regular r:id="rId89"/>
    </p:embeddedFont>
    <p:embeddedFont>
      <p:font typeface="Inter Italics" charset="1" panose="02000503000000020004"/>
      <p:regular r:id="rId1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notesSlides/notesSlide37.xml" Type="http://schemas.openxmlformats.org/officeDocument/2006/relationships/notesSlide"/><Relationship Id="rId101" Target="notesSlides/notesSlide38.xml" Type="http://schemas.openxmlformats.org/officeDocument/2006/relationships/notesSlide"/><Relationship Id="rId102" Target="notesSlides/notesSlide39.xml" Type="http://schemas.openxmlformats.org/officeDocument/2006/relationships/notesSlide"/><Relationship Id="rId103" Target="notesSlides/notesSlide40.xml" Type="http://schemas.openxmlformats.org/officeDocument/2006/relationships/notesSlide"/><Relationship Id="rId104" Target="notesSlides/notesSlide41.xml" Type="http://schemas.openxmlformats.org/officeDocument/2006/relationships/notesSlide"/><Relationship Id="rId105" Target="notesSlides/notesSlide42.xml" Type="http://schemas.openxmlformats.org/officeDocument/2006/relationships/notesSlide"/><Relationship Id="rId106" Target="notesSlides/notesSlide43.xml" Type="http://schemas.openxmlformats.org/officeDocument/2006/relationships/notesSlide"/><Relationship Id="rId107" Target="notesSlides/notesSlide44.xml" Type="http://schemas.openxmlformats.org/officeDocument/2006/relationships/notesSlide"/><Relationship Id="rId108" Target="notesSlides/notesSlide45.xml" Type="http://schemas.openxmlformats.org/officeDocument/2006/relationships/notesSlide"/><Relationship Id="rId109" Target="notesSlides/notesSlide46.xml" Type="http://schemas.openxmlformats.org/officeDocument/2006/relationships/notesSlide"/><Relationship Id="rId11" Target="slides/slide6.xml" Type="http://schemas.openxmlformats.org/officeDocument/2006/relationships/slide"/><Relationship Id="rId110" Target="notesSlides/notesSlide47.xml" Type="http://schemas.openxmlformats.org/officeDocument/2006/relationships/notesSlide"/><Relationship Id="rId111" Target="notesSlides/notesSlide48.xml" Type="http://schemas.openxmlformats.org/officeDocument/2006/relationships/notesSlide"/><Relationship Id="rId112" Target="notesSlides/notesSlide49.xml" Type="http://schemas.openxmlformats.org/officeDocument/2006/relationships/notesSlide"/><Relationship Id="rId113" Target="fonts/font113.fntdata" Type="http://schemas.openxmlformats.org/officeDocument/2006/relationships/font"/><Relationship Id="rId114" Target="notesSlides/notesSlide50.xml" Type="http://schemas.openxmlformats.org/officeDocument/2006/relationships/notesSlide"/><Relationship Id="rId115" Target="notesSlides/notesSlide51.xml" Type="http://schemas.openxmlformats.org/officeDocument/2006/relationships/notes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notesMasters/notesMaster1.xml" Type="http://schemas.openxmlformats.org/officeDocument/2006/relationships/notesMaster"/><Relationship Id="rId58" Target="theme/theme2.xml" Type="http://schemas.openxmlformats.org/officeDocument/2006/relationships/theme"/><Relationship Id="rId59" Target="notesSlides/notesSlide1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61" Target="fonts/font61.fntdata" Type="http://schemas.openxmlformats.org/officeDocument/2006/relationships/font"/><Relationship Id="rId62" Target="notesSlides/notesSlide2.xml" Type="http://schemas.openxmlformats.org/officeDocument/2006/relationships/notesSlide"/><Relationship Id="rId63" Target="notesSlides/notesSlide3.xml" Type="http://schemas.openxmlformats.org/officeDocument/2006/relationships/notesSlide"/><Relationship Id="rId64" Target="fonts/font64.fntdata" Type="http://schemas.openxmlformats.org/officeDocument/2006/relationships/font"/><Relationship Id="rId65" Target="notesSlides/notesSlide4.xml" Type="http://schemas.openxmlformats.org/officeDocument/2006/relationships/notesSlide"/><Relationship Id="rId66" Target="notesSlides/notesSlide5.xml" Type="http://schemas.openxmlformats.org/officeDocument/2006/relationships/notesSlide"/><Relationship Id="rId67" Target="notesSlides/notesSlide6.xml" Type="http://schemas.openxmlformats.org/officeDocument/2006/relationships/notesSlide"/><Relationship Id="rId68" Target="notesSlides/notesSlide7.xml" Type="http://schemas.openxmlformats.org/officeDocument/2006/relationships/notesSlide"/><Relationship Id="rId69" Target="notesSlides/notesSlide8.xml" Type="http://schemas.openxmlformats.org/officeDocument/2006/relationships/notesSlide"/><Relationship Id="rId7" Target="slides/slide2.xml" Type="http://schemas.openxmlformats.org/officeDocument/2006/relationships/slide"/><Relationship Id="rId70" Target="notesSlides/notesSlide9.xml" Type="http://schemas.openxmlformats.org/officeDocument/2006/relationships/notesSlide"/><Relationship Id="rId71" Target="notesSlides/notesSlide10.xml" Type="http://schemas.openxmlformats.org/officeDocument/2006/relationships/notesSlide"/><Relationship Id="rId72" Target="notesSlides/notesSlide11.xml" Type="http://schemas.openxmlformats.org/officeDocument/2006/relationships/notesSlide"/><Relationship Id="rId73" Target="notesSlides/notesSlide12.xml" Type="http://schemas.openxmlformats.org/officeDocument/2006/relationships/notesSlide"/><Relationship Id="rId74" Target="fonts/font74.fntdata" Type="http://schemas.openxmlformats.org/officeDocument/2006/relationships/font"/><Relationship Id="rId75" Target="notesSlides/notesSlide13.xml" Type="http://schemas.openxmlformats.org/officeDocument/2006/relationships/notesSlide"/><Relationship Id="rId76" Target="notesSlides/notesSlide14.xml" Type="http://schemas.openxmlformats.org/officeDocument/2006/relationships/notesSlide"/><Relationship Id="rId77" Target="notesSlides/notesSlide15.xml" Type="http://schemas.openxmlformats.org/officeDocument/2006/relationships/notesSlide"/><Relationship Id="rId78" Target="notesSlides/notesSlide16.xml" Type="http://schemas.openxmlformats.org/officeDocument/2006/relationships/notesSlide"/><Relationship Id="rId79" Target="notesSlides/notesSlide17.xml" Type="http://schemas.openxmlformats.org/officeDocument/2006/relationships/notesSlide"/><Relationship Id="rId8" Target="slides/slide3.xml" Type="http://schemas.openxmlformats.org/officeDocument/2006/relationships/slide"/><Relationship Id="rId80" Target="notesSlides/notesSlide18.xml" Type="http://schemas.openxmlformats.org/officeDocument/2006/relationships/notesSlide"/><Relationship Id="rId81" Target="notesSlides/notesSlide19.xml" Type="http://schemas.openxmlformats.org/officeDocument/2006/relationships/notesSlide"/><Relationship Id="rId82" Target="notesSlides/notesSlide20.xml" Type="http://schemas.openxmlformats.org/officeDocument/2006/relationships/notesSlide"/><Relationship Id="rId83" Target="notesSlides/notesSlide21.xml" Type="http://schemas.openxmlformats.org/officeDocument/2006/relationships/notesSlide"/><Relationship Id="rId84" Target="notesSlides/notesSlide22.xml" Type="http://schemas.openxmlformats.org/officeDocument/2006/relationships/notesSlide"/><Relationship Id="rId85" Target="notesSlides/notesSlide23.xml" Type="http://schemas.openxmlformats.org/officeDocument/2006/relationships/notesSlide"/><Relationship Id="rId86" Target="notesSlides/notesSlide24.xml" Type="http://schemas.openxmlformats.org/officeDocument/2006/relationships/notesSlide"/><Relationship Id="rId87" Target="notesSlides/notesSlide25.xml" Type="http://schemas.openxmlformats.org/officeDocument/2006/relationships/notesSlide"/><Relationship Id="rId88" Target="notesSlides/notesSlide26.xml" Type="http://schemas.openxmlformats.org/officeDocument/2006/relationships/notesSlide"/><Relationship Id="rId89" Target="fonts/font89.fntdata" Type="http://schemas.openxmlformats.org/officeDocument/2006/relationships/font"/><Relationship Id="rId9" Target="slides/slide4.xml" Type="http://schemas.openxmlformats.org/officeDocument/2006/relationships/slide"/><Relationship Id="rId90" Target="notesSlides/notesSlide27.xml" Type="http://schemas.openxmlformats.org/officeDocument/2006/relationships/notesSlide"/><Relationship Id="rId91" Target="notesSlides/notesSlide28.xml" Type="http://schemas.openxmlformats.org/officeDocument/2006/relationships/notesSlide"/><Relationship Id="rId92" Target="notesSlides/notesSlide29.xml" Type="http://schemas.openxmlformats.org/officeDocument/2006/relationships/notesSlide"/><Relationship Id="rId93" Target="notesSlides/notesSlide30.xml" Type="http://schemas.openxmlformats.org/officeDocument/2006/relationships/notesSlide"/><Relationship Id="rId94" Target="notesSlides/notesSlide31.xml" Type="http://schemas.openxmlformats.org/officeDocument/2006/relationships/notesSlide"/><Relationship Id="rId95" Target="notesSlides/notesSlide32.xml" Type="http://schemas.openxmlformats.org/officeDocument/2006/relationships/notesSlide"/><Relationship Id="rId96" Target="notesSlides/notesSlide33.xml" Type="http://schemas.openxmlformats.org/officeDocument/2006/relationships/notesSlide"/><Relationship Id="rId97" Target="notesSlides/notesSlide34.xml" Type="http://schemas.openxmlformats.org/officeDocument/2006/relationships/notesSlide"/><Relationship Id="rId98" Target="notesSlides/notesSlide35.xml" Type="http://schemas.openxmlformats.org/officeDocument/2006/relationships/notesSlide"/><Relationship Id="rId99" Target="notesSlides/notesSlide36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_rels/notesSlide3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7.xml" Type="http://schemas.openxmlformats.org/officeDocument/2006/relationships/slide"/></Relationships>
</file>

<file path=ppt/notesSlides/_rels/notesSlide3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8.xml" Type="http://schemas.openxmlformats.org/officeDocument/2006/relationships/slide"/></Relationships>
</file>

<file path=ppt/notesSlides/_rels/notesSlide3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9.xml" Type="http://schemas.openxmlformats.org/officeDocument/2006/relationships/slide"/></Relationships>
</file>

<file path=ppt/notesSlides/_rels/notesSlide4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0.xml" Type="http://schemas.openxmlformats.org/officeDocument/2006/relationships/slide"/></Relationships>
</file>

<file path=ppt/notesSlides/_rels/notesSlide4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1.xml" Type="http://schemas.openxmlformats.org/officeDocument/2006/relationships/slide"/></Relationships>
</file>

<file path=ppt/notesSlides/_rels/notesSlide4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2.xml" Type="http://schemas.openxmlformats.org/officeDocument/2006/relationships/slide"/></Relationships>
</file>

<file path=ppt/notesSlides/_rels/notesSlide4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3.xml" Type="http://schemas.openxmlformats.org/officeDocument/2006/relationships/slide"/></Relationships>
</file>

<file path=ppt/notesSlides/_rels/notesSlide4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4.xml" Type="http://schemas.openxmlformats.org/officeDocument/2006/relationships/slide"/></Relationships>
</file>

<file path=ppt/notesSlides/_rels/notesSlide4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5.xml" Type="http://schemas.openxmlformats.org/officeDocument/2006/relationships/slide"/></Relationships>
</file>

<file path=ppt/notesSlides/_rels/notesSlide4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6.xml" Type="http://schemas.openxmlformats.org/officeDocument/2006/relationships/slide"/></Relationships>
</file>

<file path=ppt/notesSlides/_rels/notesSlide4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7.xml" Type="http://schemas.openxmlformats.org/officeDocument/2006/relationships/slide"/></Relationships>
</file>

<file path=ppt/notesSlides/_rels/notesSlide4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8.xml" Type="http://schemas.openxmlformats.org/officeDocument/2006/relationships/slide"/></Relationships>
</file>

<file path=ppt/notesSlides/_rels/notesSlide4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9.xml" Type="http://schemas.openxmlformats.org/officeDocument/2006/relationships/slide"/></Relationships>
</file>

<file path=ppt/notesSlides/_rels/notesSlide5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0.xml" Type="http://schemas.openxmlformats.org/officeDocument/2006/relationships/slide"/></Relationships>
</file>

<file path=ppt/notesSlides/_rels/notesSlide5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Copertina principale. Sostituisci materia, durata e titolo della lezione.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Copertina principale. Sostituisci materia, durata e titolo della lezione.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Copertina alternativa con cornice immagine a destra.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Agenda della lezione, 5 voci numerate.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Obiettivi di apprendimento della lezione.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Divisore di sezione, versione gialla.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Divisore di sezione, versione scura.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Indice a due colonne per unità lunghe (8 voci).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di testo semplice: titolo e paragrafo.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Due blocchi di testo affiancati con sottotitoli.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Testo esteso a sinistra, scheda dati sintetica a destra.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Citazione o verso da commentare.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Termine, definizione ed esempio.</a:t>
            </a:r>
          </a:p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Una sola frase forte a tutto schermo.</a:t>
            </a:r>
          </a:p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Interstiziale: cambio di ritmo, avviso o consegna.</a:t>
            </a:r>
          </a:p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Lista semplice a cinque voci.</a:t>
            </a:r>
          </a:p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Riepilogo in cinque punti numerati.</a:t>
            </a:r>
          </a:p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Checklist operativa: cosa serve, cosa portare, cosa consegnare.</a:t>
            </a:r>
          </a:p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Tre elementi numerati affiancati.</a:t>
            </a:r>
          </a:p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Quattro passaggi o quattro mosse, due per riga.</a:t>
            </a:r>
          </a:p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Sei blocchi: movimenti di un testo, fasi, argomenti.</a:t>
            </a:r>
          </a:p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Cinque elementi in riga: figure retoriche, strumenti, regole.</a:t>
            </a:r>
          </a:p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Due letture o due posizioni a confronto.</a:t>
            </a:r>
          </a:p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Vantaggi e svantaggi, punto per punto.</a:t>
            </a:r>
          </a:p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Confronto prima/dopo con due cornici immagine.</a:t>
            </a:r>
          </a:p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Tabella di confronto su tre colonne.</a:t>
            </a:r>
          </a:p>
          <a:p>
            <a:r>
              <a:rPr lang="en-US"/>
              <a:t>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Esercizio vero/falso da svolgere in classe.</a:t>
            </a:r>
          </a:p>
          <a:p>
            <a:r>
              <a:rPr lang="en-US"/>
              <a:t>26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Tre dati numerici in evidenza.</a:t>
            </a:r>
          </a:p>
          <a:p>
            <a:r>
              <a:rPr lang="en-US"/>
              <a:t>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Un solo numero gigante con spiegazione.</a:t>
            </a:r>
          </a:p>
          <a:p>
            <a:r>
              <a:rPr lang="en-US"/>
              <a:t>28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Quattro percentuali con barre di avanzamento.</a:t>
            </a:r>
          </a:p>
          <a:p>
            <a:r>
              <a:rPr lang="en-US"/>
              <a:t>29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Istogramma semplice: sostituisci le altezze e le etichette.</a:t>
            </a:r>
          </a:p>
          <a:p>
            <a:r>
              <a:rPr lang="en-US"/>
              <a:t>30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Tabella dati/valutazioni a cinque righe.</a:t>
            </a:r>
          </a:p>
          <a:p>
            <a:r>
              <a:rPr lang="en-US"/>
              <a:t>31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Percorso in quattro tappe orizzontali.</a:t>
            </a:r>
          </a:p>
          <a:p>
            <a:r>
              <a:rPr lang="en-US"/>
              <a:t>32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Cronologia verticale con date: storia, letteratura, eventi.</a:t>
            </a:r>
          </a:p>
          <a:p>
            <a:r>
              <a:rPr lang="en-US"/>
              <a:t>33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Processo o metodo in quattro fasi consecutive.</a:t>
            </a:r>
          </a:p>
          <a:p>
            <a:r>
              <a:rPr lang="en-US"/>
              <a:t>34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Gerarchia a tre livelli: dal generale al particolare.</a:t>
            </a:r>
          </a:p>
          <a:p>
            <a:r>
              <a:rPr lang="en-US"/>
              <a:t>35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Concetto centrale con quattro ramificazioni.</a:t>
            </a:r>
          </a:p>
          <a:p>
            <a:r>
              <a:rPr lang="en-US"/>
              <a:t>36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Immagine a tutto schermo con titolo sovrapposto in fascia scura.</a:t>
            </a:r>
          </a:p>
          <a:p>
            <a:r>
              <a:rPr lang="en-US"/>
              <a:t>37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Split immagine/testo, versione con immagine a sinistra.</a:t>
            </a:r>
          </a:p>
          <a:p>
            <a:r>
              <a:rPr lang="en-US"/>
              <a:t>38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Tre immagini con didascalia: opere, esperimenti, esempi.</a:t>
            </a:r>
          </a:p>
          <a:p>
            <a:r>
              <a:rPr lang="en-US"/>
              <a:t>39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Griglia di quattro immagini senza testo lungo.</a:t>
            </a:r>
          </a:p>
          <a:p>
            <a:r>
              <a:rPr lang="en-US"/>
              <a:t>40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Immagine grande con tre annotazioni numerate a lato.</a:t>
            </a:r>
          </a:p>
          <a:p>
            <a:r>
              <a:rPr lang="en-US"/>
              <a:t>41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Scheda biografica: autore, scienziato, personaggio storico.</a:t>
            </a:r>
          </a:p>
          <a:p>
            <a:r>
              <a:rPr lang="en-US"/>
              <a:t>42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Domanda a scelta multipla da proiettare.</a:t>
            </a:r>
          </a:p>
          <a:p>
            <a:r>
              <a:rPr lang="en-US"/>
              <a:t>43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di soluzione da mostrare dopo il quiz.</a:t>
            </a:r>
          </a:p>
          <a:p>
            <a:r>
              <a:rPr lang="en-US"/>
              <a:t>44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Consegna di un esercizio da svolgere in classe o a casa.</a:t>
            </a:r>
          </a:p>
          <a:p>
            <a:r>
              <a:rPr lang="en-US"/>
              <a:t>45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Quattro domande per la discussione in classe.</a:t>
            </a:r>
          </a:p>
          <a:p>
            <a:r>
              <a:rPr lang="en-US"/>
              <a:t>46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Glossario dei termini incontrati nella lezione.</a:t>
            </a:r>
          </a:p>
          <a:p>
            <a:r>
              <a:rPr lang="en-US"/>
              <a:t>47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Fonti, bibliografia e materiali di approfondimento.</a:t>
            </a:r>
          </a:p>
          <a:p>
            <a:r>
              <a:rPr lang="en-US"/>
              <a:t>48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Compiti per la prossima lezione, con scadenze.</a:t>
            </a:r>
          </a:p>
          <a:p>
            <a:r>
              <a:rPr lang="en-US"/>
              <a:t>49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Slide di chiusura con contatti e anticipazione della prossima lezione.</a:t>
            </a:r>
          </a:p>
          <a:p>
            <a:r>
              <a:rPr lang="en-US"/>
              <a:t>50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5.xml" Type="http://schemas.openxmlformats.org/officeDocument/2006/relationships/notesSlid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9.xml" Type="http://schemas.openxmlformats.org/officeDocument/2006/relationships/notesSlid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0.xml" Type="http://schemas.openxmlformats.org/officeDocument/2006/relationships/notesSlid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5.xml" Type="http://schemas.openxmlformats.org/officeDocument/2006/relationships/notesSlid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6.xml" Type="http://schemas.openxmlformats.org/officeDocument/2006/relationships/notesSlid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8.xml" Type="http://schemas.openxmlformats.org/officeDocument/2006/relationships/notesSlid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9.xml" Type="http://schemas.openxmlformats.org/officeDocument/2006/relationships/notesSlid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0.xml" Type="http://schemas.openxmlformats.org/officeDocument/2006/relationships/notesSlid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1.xml" Type="http://schemas.openxmlformats.org/officeDocument/2006/relationships/notesSlid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2.xml" Type="http://schemas.openxmlformats.org/officeDocument/2006/relationships/notesSlid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3.xml" Type="http://schemas.openxmlformats.org/officeDocument/2006/relationships/notesSlid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5.xml" Type="http://schemas.openxmlformats.org/officeDocument/2006/relationships/notesSlid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6.xml" Type="http://schemas.openxmlformats.org/officeDocument/2006/relationships/notesSlid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7.xml" Type="http://schemas.openxmlformats.org/officeDocument/2006/relationships/notesSlid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8.xml" Type="http://schemas.openxmlformats.org/officeDocument/2006/relationships/notesSlid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9.xml" Type="http://schemas.openxmlformats.org/officeDocument/2006/relationships/notesSlid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0.xml" Type="http://schemas.openxmlformats.org/officeDocument/2006/relationships/notesSlid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1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478931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FFC700"/>
                </a:solidFill>
                <a:latin typeface="Arial Bold"/>
                <a:ea typeface="Arial Bold"/>
                <a:cs typeface="Arial Bold"/>
                <a:sym typeface="Arial Bold"/>
              </a:rPr>
              <a:t>LEZIONE TEORICA · 50 MIN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437794" y="920753"/>
            <a:ext cx="415984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al Bold"/>
                <a:ea typeface="Arial Bold"/>
                <a:cs typeface="Arial Bold"/>
                <a:sym typeface="Arial Bold"/>
              </a:rPr>
              <a:t>MATERIA · ARGOMENTO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990107"/>
            <a:ext cx="1333500" cy="133350"/>
            <a:chOff x="0" y="0"/>
            <a:chExt cx="1778000" cy="177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1689100" y="0"/>
                  </a:lnTo>
                  <a:cubicBezTo>
                    <a:pt x="1738249" y="0"/>
                    <a:pt x="1778000" y="39751"/>
                    <a:pt x="1778000" y="88900"/>
                  </a:cubicBezTo>
                  <a:cubicBezTo>
                    <a:pt x="1778000" y="138049"/>
                    <a:pt x="1738249" y="177800"/>
                    <a:pt x="1689100" y="177800"/>
                  </a:cubicBezTo>
                  <a:lnTo>
                    <a:pt x="88900" y="177800"/>
                  </a:ln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3644160"/>
            <a:ext cx="13684253" cy="244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1"/>
              </a:lnSpc>
            </a:pPr>
            <a:r>
              <a:rPr lang="en-US" b="true" sz="10500" spc="-1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TITOLO DELLA LEZIONE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6400457"/>
            <a:ext cx="11231566" cy="99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7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Sottotitolo: una frase che spiega di cosa parla la lezione e perché vale la pena seguirla fino alla fine.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153" y="9178928"/>
            <a:ext cx="3773157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2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PROF. NOME COGNOME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59073" y="9188453"/>
            <a:ext cx="3626644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Classe 3ª B · A.S. 2025/26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435" y="183888"/>
            <a:ext cx="17963131" cy="9919224"/>
            <a:chOff x="0" y="0"/>
            <a:chExt cx="12025666" cy="66405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025666" cy="6640562"/>
            </a:xfrm>
            <a:custGeom>
              <a:avLst/>
              <a:gdLst/>
              <a:ahLst/>
              <a:cxnLst/>
              <a:rect r="r" b="b" t="t" l="l"/>
              <a:pathLst>
                <a:path h="6640562" w="12025666">
                  <a:moveTo>
                    <a:pt x="77039" y="0"/>
                  </a:moveTo>
                  <a:lnTo>
                    <a:pt x="11948626" y="0"/>
                  </a:lnTo>
                  <a:cubicBezTo>
                    <a:pt x="11991174" y="0"/>
                    <a:pt x="12025666" y="34492"/>
                    <a:pt x="12025666" y="77039"/>
                  </a:cubicBezTo>
                  <a:lnTo>
                    <a:pt x="12025666" y="6563523"/>
                  </a:lnTo>
                  <a:cubicBezTo>
                    <a:pt x="12025666" y="6606070"/>
                    <a:pt x="11991174" y="6640562"/>
                    <a:pt x="11948626" y="6640562"/>
                  </a:cubicBezTo>
                  <a:lnTo>
                    <a:pt x="77039" y="6640562"/>
                  </a:lnTo>
                  <a:cubicBezTo>
                    <a:pt x="34492" y="6640562"/>
                    <a:pt x="0" y="6606070"/>
                    <a:pt x="0" y="6563523"/>
                  </a:cubicBezTo>
                  <a:lnTo>
                    <a:pt x="0" y="77039"/>
                  </a:lnTo>
                  <a:cubicBezTo>
                    <a:pt x="0" y="34492"/>
                    <a:pt x="34492" y="0"/>
                    <a:pt x="77039" y="0"/>
                  </a:cubicBezTo>
                  <a:close/>
                </a:path>
              </a:pathLst>
            </a:custGeom>
            <a:blipFill>
              <a:blip r:embed="rId3">
                <a:alphaModFix amt="27000"/>
              </a:blip>
              <a:stretch>
                <a:fillRect l="0" t="-932" r="0" b="-932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073153" y="920753"/>
            <a:ext cx="478931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FFC700"/>
                </a:solidFill>
                <a:latin typeface="Arial Bold"/>
                <a:ea typeface="Arial Bold"/>
                <a:cs typeface="Arial Bold"/>
                <a:sym typeface="Arial Bold"/>
              </a:rPr>
              <a:t>LEZIONE TEORICA · 50 MIN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437794" y="920753"/>
            <a:ext cx="415984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al Bold"/>
                <a:ea typeface="Arial Bold"/>
                <a:cs typeface="Arial Bold"/>
                <a:sym typeface="Arial Bold"/>
              </a:rPr>
              <a:t>MATERIA · ARGOMENTO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2990107"/>
            <a:ext cx="1333500" cy="133350"/>
            <a:chOff x="0" y="0"/>
            <a:chExt cx="1778000" cy="177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000" cy="177800"/>
            </a:xfrm>
            <a:custGeom>
              <a:avLst/>
              <a:gdLst/>
              <a:ahLst/>
              <a:cxnLst/>
              <a:rect r="r" b="b" t="t" l="l"/>
              <a:pathLst>
                <a:path h="177800" w="1778000">
                  <a:moveTo>
                    <a:pt x="0" y="88900"/>
                  </a:moveTo>
                  <a:cubicBezTo>
                    <a:pt x="0" y="39751"/>
                    <a:pt x="39751" y="0"/>
                    <a:pt x="88900" y="0"/>
                  </a:cubicBezTo>
                  <a:lnTo>
                    <a:pt x="1689100" y="0"/>
                  </a:lnTo>
                  <a:cubicBezTo>
                    <a:pt x="1738249" y="0"/>
                    <a:pt x="1778000" y="39751"/>
                    <a:pt x="1778000" y="88900"/>
                  </a:cubicBezTo>
                  <a:cubicBezTo>
                    <a:pt x="1778000" y="138049"/>
                    <a:pt x="1738249" y="177800"/>
                    <a:pt x="1689100" y="177800"/>
                  </a:cubicBezTo>
                  <a:lnTo>
                    <a:pt x="88900" y="177800"/>
                  </a:lnTo>
                  <a:cubicBezTo>
                    <a:pt x="39751" y="177800"/>
                    <a:pt x="0" y="138049"/>
                    <a:pt x="0" y="889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73153" y="3644160"/>
            <a:ext cx="13684253" cy="244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1"/>
              </a:lnSpc>
            </a:pPr>
            <a:r>
              <a:rPr lang="en-US" b="true" sz="10500" spc="-1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TITOLO DELLA LEZIONE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3153" y="6400457"/>
            <a:ext cx="11231566" cy="994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11"/>
              </a:lnSpc>
            </a:pPr>
            <a:r>
              <a:rPr lang="en-US" sz="27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Sottotitolo: una frase che spiega di cosa parla la lezione e perché vale la pena seguirla fino alla fine.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153" y="9178928"/>
            <a:ext cx="3773157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225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PROF. NOME COGNOME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59073" y="9188453"/>
            <a:ext cx="3626644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Classe 3ª B · A.S. 2025/26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2511866"/>
            <a:ext cx="843597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MATERIA · UNITÀ 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3264341"/>
            <a:ext cx="7895911" cy="18542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87"/>
              </a:lnSpc>
            </a:pPr>
            <a:r>
              <a:rPr lang="en-US" b="true" sz="7800" spc="-75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SU DUE RIGHE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5429698"/>
            <a:ext cx="1143000" cy="114300"/>
            <a:chOff x="0" y="0"/>
            <a:chExt cx="1524000" cy="15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447800" y="0"/>
                  </a:lnTo>
                  <a:cubicBezTo>
                    <a:pt x="1489837" y="0"/>
                    <a:pt x="1524000" y="34163"/>
                    <a:pt x="1524000" y="76200"/>
                  </a:cubicBezTo>
                  <a:cubicBezTo>
                    <a:pt x="1524000" y="118237"/>
                    <a:pt x="1489837" y="152400"/>
                    <a:pt x="1447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5836091"/>
            <a:ext cx="7895911" cy="145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 Sed do eiusmod tempor incididunt ut labore.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7606703"/>
            <a:ext cx="843597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PROF. NOME COGNOME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525000" y="914400"/>
            <a:ext cx="7715250" cy="8572500"/>
            <a:chOff x="0" y="0"/>
            <a:chExt cx="10287000" cy="1143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87000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102870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9982200" y="0"/>
                  </a:lnTo>
                  <a:cubicBezTo>
                    <a:pt x="10150475" y="0"/>
                    <a:pt x="10287000" y="136525"/>
                    <a:pt x="10287000" y="304800"/>
                  </a:cubicBezTo>
                  <a:lnTo>
                    <a:pt x="10287000" y="11125200"/>
                  </a:lnTo>
                  <a:cubicBezTo>
                    <a:pt x="10287000" y="11293475"/>
                    <a:pt x="10150475" y="11430000"/>
                    <a:pt x="9982200" y="11430000"/>
                  </a:cubicBezTo>
                  <a:lnTo>
                    <a:pt x="304800" y="11430000"/>
                  </a:lnTo>
                  <a:cubicBezTo>
                    <a:pt x="136525" y="11430000"/>
                    <a:pt x="0" y="11293475"/>
                    <a:pt x="0" y="11125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515973" y="5059366"/>
            <a:ext cx="411171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TRASCINA QUI L'IMMAGINE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PROGRAMMA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7"/>
              </a:lnSpc>
            </a:pPr>
            <a:r>
              <a:rPr lang="en-US" sz="5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COSA VEDIAMO OGGI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657475"/>
            <a:ext cx="2994574" cy="38100"/>
            <a:chOff x="0" y="0"/>
            <a:chExt cx="3992766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992753" cy="50800"/>
            </a:xfrm>
            <a:custGeom>
              <a:avLst/>
              <a:gdLst/>
              <a:ahLst/>
              <a:cxnLst/>
              <a:rect r="r" b="b" t="t" l="l"/>
              <a:pathLst>
                <a:path h="50800" w="3992753">
                  <a:moveTo>
                    <a:pt x="0" y="0"/>
                  </a:moveTo>
                  <a:lnTo>
                    <a:pt x="3992753" y="0"/>
                  </a:lnTo>
                  <a:lnTo>
                    <a:pt x="399275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3025778"/>
            <a:ext cx="3243224" cy="64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3873503"/>
            <a:ext cx="3243224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Primo punto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153" y="4442022"/>
            <a:ext cx="3033608" cy="7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347124" y="2657475"/>
            <a:ext cx="2994717" cy="38100"/>
            <a:chOff x="0" y="0"/>
            <a:chExt cx="3992956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993007" cy="50800"/>
            </a:xfrm>
            <a:custGeom>
              <a:avLst/>
              <a:gdLst/>
              <a:ahLst/>
              <a:cxnLst/>
              <a:rect r="r" b="b" t="t" l="l"/>
              <a:pathLst>
                <a:path h="50800" w="3993007">
                  <a:moveTo>
                    <a:pt x="0" y="0"/>
                  </a:moveTo>
                  <a:lnTo>
                    <a:pt x="3993007" y="0"/>
                  </a:lnTo>
                  <a:lnTo>
                    <a:pt x="39930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372518" y="3025778"/>
            <a:ext cx="3243386" cy="64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72518" y="3873503"/>
            <a:ext cx="3243386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Secondo punto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72518" y="4442022"/>
            <a:ext cx="3033760" cy="7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7646641" y="2657475"/>
            <a:ext cx="2994574" cy="38100"/>
            <a:chOff x="0" y="0"/>
            <a:chExt cx="3992766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992753" cy="50800"/>
            </a:xfrm>
            <a:custGeom>
              <a:avLst/>
              <a:gdLst/>
              <a:ahLst/>
              <a:cxnLst/>
              <a:rect r="r" b="b" t="t" l="l"/>
              <a:pathLst>
                <a:path h="50800" w="3992753">
                  <a:moveTo>
                    <a:pt x="0" y="0"/>
                  </a:moveTo>
                  <a:lnTo>
                    <a:pt x="3992753" y="0"/>
                  </a:lnTo>
                  <a:lnTo>
                    <a:pt x="399275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7672045" y="3025778"/>
            <a:ext cx="3243224" cy="64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72045" y="3873503"/>
            <a:ext cx="3243224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Terzo punto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72045" y="4442022"/>
            <a:ext cx="3033608" cy="7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46016" y="2657475"/>
            <a:ext cx="2994717" cy="38100"/>
            <a:chOff x="0" y="0"/>
            <a:chExt cx="3992956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93007" cy="50800"/>
            </a:xfrm>
            <a:custGeom>
              <a:avLst/>
              <a:gdLst/>
              <a:ahLst/>
              <a:cxnLst/>
              <a:rect r="r" b="b" t="t" l="l"/>
              <a:pathLst>
                <a:path h="50800" w="3993007">
                  <a:moveTo>
                    <a:pt x="0" y="0"/>
                  </a:moveTo>
                  <a:lnTo>
                    <a:pt x="3993007" y="0"/>
                  </a:lnTo>
                  <a:lnTo>
                    <a:pt x="3993007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971409" y="3025778"/>
            <a:ext cx="3243386" cy="64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971409" y="3873503"/>
            <a:ext cx="3243386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Quarto punto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971409" y="4442022"/>
            <a:ext cx="3033760" cy="7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245533" y="2657475"/>
            <a:ext cx="2994574" cy="38100"/>
            <a:chOff x="0" y="0"/>
            <a:chExt cx="3992766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992753" cy="50800"/>
            </a:xfrm>
            <a:custGeom>
              <a:avLst/>
              <a:gdLst/>
              <a:ahLst/>
              <a:cxnLst/>
              <a:rect r="r" b="b" t="t" l="l"/>
              <a:pathLst>
                <a:path h="50800" w="3992753">
                  <a:moveTo>
                    <a:pt x="0" y="0"/>
                  </a:moveTo>
                  <a:lnTo>
                    <a:pt x="3992753" y="0"/>
                  </a:lnTo>
                  <a:lnTo>
                    <a:pt x="3992753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70926" y="3025778"/>
            <a:ext cx="3243224" cy="644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270926" y="3873503"/>
            <a:ext cx="3243224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Quinto punto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270926" y="4442022"/>
            <a:ext cx="3033608" cy="7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5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OBIETTIVI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7"/>
              </a:lnSpc>
            </a:pPr>
            <a:r>
              <a:rPr lang="en-US" sz="5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ALLA FINE SAPRETE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657475"/>
            <a:ext cx="5143500" cy="6829425"/>
            <a:chOff x="0" y="0"/>
            <a:chExt cx="6858000" cy="9105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0" cy="9105900"/>
            </a:xfrm>
            <a:custGeom>
              <a:avLst/>
              <a:gdLst/>
              <a:ahLst/>
              <a:cxnLst/>
              <a:rect r="r" b="b" t="t" l="l"/>
              <a:pathLst>
                <a:path h="9105900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8801100"/>
                  </a:lnTo>
                  <a:cubicBezTo>
                    <a:pt x="6858000" y="8969375"/>
                    <a:pt x="6721602" y="9105900"/>
                    <a:pt x="6553200" y="9105900"/>
                  </a:cubicBezTo>
                  <a:lnTo>
                    <a:pt x="304800" y="9105900"/>
                  </a:lnTo>
                  <a:cubicBezTo>
                    <a:pt x="136525" y="9105900"/>
                    <a:pt x="0" y="8969502"/>
                    <a:pt x="0" y="88011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11303" y="3159128"/>
            <a:ext cx="464312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SAPERE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303" y="3673478"/>
            <a:ext cx="4344419" cy="916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31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Riconoscere il concetto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1303" y="4784027"/>
            <a:ext cx="4344419" cy="119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 eiusmod.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72250" y="2657475"/>
            <a:ext cx="5143500" cy="6829425"/>
            <a:chOff x="0" y="0"/>
            <a:chExt cx="6858000" cy="91059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858000" cy="9105900"/>
            </a:xfrm>
            <a:custGeom>
              <a:avLst/>
              <a:gdLst/>
              <a:ahLst/>
              <a:cxnLst/>
              <a:rect r="r" b="b" t="t" l="l"/>
              <a:pathLst>
                <a:path h="9105900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8801100"/>
                  </a:lnTo>
                  <a:cubicBezTo>
                    <a:pt x="6858000" y="8969375"/>
                    <a:pt x="6721602" y="9105900"/>
                    <a:pt x="6553200" y="9105900"/>
                  </a:cubicBezTo>
                  <a:lnTo>
                    <a:pt x="304800" y="9105900"/>
                  </a:lnTo>
                  <a:cubicBezTo>
                    <a:pt x="136525" y="9105900"/>
                    <a:pt x="0" y="8969502"/>
                    <a:pt x="0" y="88011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7035803" y="3159128"/>
            <a:ext cx="464312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SAPER FARE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35803" y="3673478"/>
            <a:ext cx="4643123" cy="45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31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Applicare il metodo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035803" y="4324007"/>
            <a:ext cx="4344419" cy="119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 eiusmod.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96750" y="2657475"/>
            <a:ext cx="5143500" cy="6829425"/>
            <a:chOff x="0" y="0"/>
            <a:chExt cx="6858000" cy="9105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9105900"/>
            </a:xfrm>
            <a:custGeom>
              <a:avLst/>
              <a:gdLst/>
              <a:ahLst/>
              <a:cxnLst/>
              <a:rect r="r" b="b" t="t" l="l"/>
              <a:pathLst>
                <a:path h="9105900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8801100"/>
                  </a:lnTo>
                  <a:cubicBezTo>
                    <a:pt x="6858000" y="8969375"/>
                    <a:pt x="6721602" y="9105900"/>
                    <a:pt x="6553200" y="9105900"/>
                  </a:cubicBezTo>
                  <a:lnTo>
                    <a:pt x="304800" y="9105900"/>
                  </a:lnTo>
                  <a:cubicBezTo>
                    <a:pt x="136525" y="9105900"/>
                    <a:pt x="0" y="8969502"/>
                    <a:pt x="0" y="88011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560303" y="3159128"/>
            <a:ext cx="464312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00B8B5"/>
                </a:solidFill>
                <a:latin typeface="Arimo Bold"/>
                <a:ea typeface="Arimo Bold"/>
                <a:cs typeface="Arimo Bold"/>
                <a:sym typeface="Arimo Bold"/>
              </a:rPr>
              <a:t>SAPER ESSERE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60303" y="3673478"/>
            <a:ext cx="4643123" cy="45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1"/>
              </a:lnSpc>
            </a:pPr>
            <a:r>
              <a:rPr lang="en-US" sz="31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Argomentare la scelta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0303" y="4324007"/>
            <a:ext cx="4344419" cy="119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 eiusmod.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C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6239570"/>
            <a:ext cx="17760953" cy="128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65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7944545"/>
            <a:ext cx="17760953" cy="79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7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SEZIONE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9011345"/>
            <a:ext cx="11474453" cy="48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Una riga per anticipare cosa si affronta in questa parte della lezione.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6239570"/>
            <a:ext cx="17760953" cy="1282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24"/>
              </a:lnSpc>
            </a:pPr>
            <a:r>
              <a:rPr lang="en-US" sz="165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7944545"/>
            <a:ext cx="17760953" cy="79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7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TITOLO DELLA SEZIONE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9011345"/>
            <a:ext cx="11474453" cy="488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2"/>
              </a:lnSpc>
            </a:pPr>
            <a:r>
              <a:rPr lang="en-US" sz="25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Una riga per anticipare cosa si affronta in questa parte della lezione.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INDICE DELL'UNITÀ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619375"/>
            <a:ext cx="7715250" cy="19050"/>
            <a:chOff x="0" y="0"/>
            <a:chExt cx="10287000" cy="2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73153" y="2073278"/>
            <a:ext cx="341509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5959" y="2082803"/>
            <a:ext cx="4222385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primo argomento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525000" y="2619375"/>
            <a:ext cx="7715250" cy="19050"/>
            <a:chOff x="0" y="0"/>
            <a:chExt cx="102870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550403" y="2073278"/>
            <a:ext cx="393002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84702" y="2082803"/>
            <a:ext cx="4301947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quinto argomento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750" y="3429000"/>
            <a:ext cx="7715250" cy="19050"/>
            <a:chOff x="0" y="0"/>
            <a:chExt cx="10287000" cy="2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3153" y="2882903"/>
            <a:ext cx="382734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97184" y="2892428"/>
            <a:ext cx="4681099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secondo argomento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25000" y="3429000"/>
            <a:ext cx="7715250" cy="19050"/>
            <a:chOff x="0" y="0"/>
            <a:chExt cx="1028700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50403" y="2882903"/>
            <a:ext cx="390325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06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82025" y="2892428"/>
            <a:ext cx="4168521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sesto argomento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" y="4238625"/>
            <a:ext cx="7715250" cy="19050"/>
            <a:chOff x="0" y="0"/>
            <a:chExt cx="10287000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3153" y="3692528"/>
            <a:ext cx="391668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6118" y="3702053"/>
            <a:ext cx="4121048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terzo argomento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525000" y="4238625"/>
            <a:ext cx="7715250" cy="19050"/>
            <a:chOff x="0" y="0"/>
            <a:chExt cx="102870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50403" y="3692528"/>
            <a:ext cx="373066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07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64766" y="3702053"/>
            <a:ext cx="4479407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settimo argomento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47750" y="5048250"/>
            <a:ext cx="7715250" cy="19050"/>
            <a:chOff x="0" y="0"/>
            <a:chExt cx="102870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073153" y="4502153"/>
            <a:ext cx="398516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12966" y="4511678"/>
            <a:ext cx="4342381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quarto argomento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25000" y="5048250"/>
            <a:ext cx="7715250" cy="19050"/>
            <a:chOff x="0" y="0"/>
            <a:chExt cx="102870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287000" cy="25400"/>
            </a:xfrm>
            <a:custGeom>
              <a:avLst/>
              <a:gdLst/>
              <a:ahLst/>
              <a:cxnLst/>
              <a:rect r="r" b="b" t="t" l="l"/>
              <a:pathLst>
                <a:path h="25400" w="10287000">
                  <a:moveTo>
                    <a:pt x="0" y="0"/>
                  </a:moveTo>
                  <a:lnTo>
                    <a:pt x="10287000" y="0"/>
                  </a:lnTo>
                  <a:lnTo>
                    <a:pt x="10287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550403" y="4502153"/>
            <a:ext cx="400745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192445" y="4511678"/>
            <a:ext cx="4382491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dell'ottavo argomento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ETICHETTA DI SEZIONE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711328"/>
            <a:ext cx="14093828" cy="687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5"/>
              </a:lnSpc>
            </a:pPr>
            <a:r>
              <a:rPr lang="en-US" sz="5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 CONCETTO PRINCIPALE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805560"/>
            <a:ext cx="1143000" cy="114300"/>
            <a:chOff x="0" y="0"/>
            <a:chExt cx="1524000" cy="152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0" cy="152400"/>
            </a:xfrm>
            <a:custGeom>
              <a:avLst/>
              <a:gdLst/>
              <a:ahLst/>
              <a:cxnLst/>
              <a:rect r="r" b="b" t="t" l="l"/>
              <a:pathLst>
                <a:path h="152400" w="1524000">
                  <a:moveTo>
                    <a:pt x="0" y="76200"/>
                  </a:moveTo>
                  <a:cubicBezTo>
                    <a:pt x="0" y="34163"/>
                    <a:pt x="34163" y="0"/>
                    <a:pt x="76200" y="0"/>
                  </a:cubicBezTo>
                  <a:lnTo>
                    <a:pt x="1447800" y="0"/>
                  </a:lnTo>
                  <a:cubicBezTo>
                    <a:pt x="1489837" y="0"/>
                    <a:pt x="1524000" y="34163"/>
                    <a:pt x="1524000" y="76200"/>
                  </a:cubicBezTo>
                  <a:cubicBezTo>
                    <a:pt x="1524000" y="118237"/>
                    <a:pt x="1489837" y="152400"/>
                    <a:pt x="1447800" y="152400"/>
                  </a:cubicBezTo>
                  <a:lnTo>
                    <a:pt x="76200" y="152400"/>
                  </a:lnTo>
                  <a:cubicBezTo>
                    <a:pt x="34163" y="152400"/>
                    <a:pt x="0" y="118237"/>
                    <a:pt x="0" y="762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3278638"/>
            <a:ext cx="12212641" cy="1701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7"/>
              </a:lnSpc>
            </a:pPr>
            <a:r>
              <a:rPr lang="en-US" sz="28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 Ut enim ad minim veniam, quis nostrud exercitation ullamco.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ETICHETTA DI SEZIONE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73203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SLIDE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2568578"/>
            <a:ext cx="843597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PRIMO ASPETTO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153" y="3054353"/>
            <a:ext cx="8435978" cy="48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33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Sottotitolo del blocco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153" y="3698177"/>
            <a:ext cx="7895911" cy="1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0403" y="2568578"/>
            <a:ext cx="843597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00B8B5"/>
                </a:solidFill>
                <a:latin typeface="Arimo Bold"/>
                <a:ea typeface="Arimo Bold"/>
                <a:cs typeface="Arimo Bold"/>
                <a:sym typeface="Arimo Bold"/>
              </a:rPr>
              <a:t>SECONDO ASPETTO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0403" y="3054353"/>
            <a:ext cx="8435978" cy="488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53"/>
              </a:lnSpc>
            </a:pPr>
            <a:r>
              <a:rPr lang="en-US" sz="33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Sottotitolo del blocco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550403" y="3698177"/>
            <a:ext cx="7895911" cy="1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9699822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PUNTO DI PARTENZA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625603"/>
            <a:ext cx="9079325" cy="1241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76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CON INQUADRAMENTO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3137392"/>
            <a:ext cx="9079325" cy="1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153" y="4832842"/>
            <a:ext cx="9079325" cy="96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Ut enim ad minim veniam, quis nostrud exercitation ullamco laboris nisi ut aliquip ex ea commodo consequat.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673953" y="914400"/>
            <a:ext cx="6566297" cy="8572500"/>
            <a:chOff x="0" y="0"/>
            <a:chExt cx="8755062" cy="1143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55126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8755126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8450326" y="0"/>
                  </a:lnTo>
                  <a:cubicBezTo>
                    <a:pt x="8618601" y="0"/>
                    <a:pt x="8755126" y="136398"/>
                    <a:pt x="8755126" y="304800"/>
                  </a:cubicBezTo>
                  <a:lnTo>
                    <a:pt x="8755126" y="11125200"/>
                  </a:lnTo>
                  <a:cubicBezTo>
                    <a:pt x="8755126" y="11293475"/>
                    <a:pt x="8618728" y="11430000"/>
                    <a:pt x="8450326" y="11430000"/>
                  </a:cubicBezTo>
                  <a:lnTo>
                    <a:pt x="304800" y="11430000"/>
                  </a:lnTo>
                  <a:cubicBezTo>
                    <a:pt x="136525" y="11430000"/>
                    <a:pt x="0" y="11293602"/>
                    <a:pt x="0" y="111252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1137506" y="1416053"/>
            <a:ext cx="6208195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SCHEDA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112103" y="2505075"/>
            <a:ext cx="5689997" cy="9525"/>
            <a:chOff x="0" y="0"/>
            <a:chExt cx="7586662" cy="127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586726" cy="12700"/>
            </a:xfrm>
            <a:custGeom>
              <a:avLst/>
              <a:gdLst/>
              <a:ahLst/>
              <a:cxnLst/>
              <a:rect r="r" b="b" t="t" l="l"/>
              <a:pathLst>
                <a:path h="12700" w="7586726">
                  <a:moveTo>
                    <a:pt x="0" y="0"/>
                  </a:moveTo>
                  <a:lnTo>
                    <a:pt x="7586726" y="0"/>
                  </a:lnTo>
                  <a:lnTo>
                    <a:pt x="75867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137506" y="1997078"/>
            <a:ext cx="663721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014306" y="1987553"/>
            <a:ext cx="838600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Valore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1112103" y="3333750"/>
            <a:ext cx="5689997" cy="9525"/>
            <a:chOff x="0" y="0"/>
            <a:chExt cx="7586662" cy="127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586726" cy="12700"/>
            </a:xfrm>
            <a:custGeom>
              <a:avLst/>
              <a:gdLst/>
              <a:ahLst/>
              <a:cxnLst/>
              <a:rect r="r" b="b" t="t" l="l"/>
              <a:pathLst>
                <a:path h="12700" w="7586726">
                  <a:moveTo>
                    <a:pt x="0" y="0"/>
                  </a:moveTo>
                  <a:lnTo>
                    <a:pt x="7586726" y="0"/>
                  </a:lnTo>
                  <a:lnTo>
                    <a:pt x="75867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1137506" y="2825753"/>
            <a:ext cx="663721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14306" y="2816228"/>
            <a:ext cx="838600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Valore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1112103" y="4162425"/>
            <a:ext cx="5689997" cy="9525"/>
            <a:chOff x="0" y="0"/>
            <a:chExt cx="7586662" cy="127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586726" cy="12700"/>
            </a:xfrm>
            <a:custGeom>
              <a:avLst/>
              <a:gdLst/>
              <a:ahLst/>
              <a:cxnLst/>
              <a:rect r="r" b="b" t="t" l="l"/>
              <a:pathLst>
                <a:path h="12700" w="7586726">
                  <a:moveTo>
                    <a:pt x="0" y="0"/>
                  </a:moveTo>
                  <a:lnTo>
                    <a:pt x="7586726" y="0"/>
                  </a:lnTo>
                  <a:lnTo>
                    <a:pt x="7586726" y="12700"/>
                  </a:lnTo>
                  <a:lnTo>
                    <a:pt x="0" y="12700"/>
                  </a:lnTo>
                  <a:close/>
                </a:path>
              </a:pathLst>
            </a:custGeom>
            <a:solidFill>
              <a:srgbClr val="373737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1137506" y="3654428"/>
            <a:ext cx="663721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014306" y="3644903"/>
            <a:ext cx="838600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Valore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137506" y="4483103"/>
            <a:ext cx="663721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014306" y="4473578"/>
            <a:ext cx="838600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Valore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3925891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0"/>
              </a:lnSpc>
            </a:pPr>
            <a:r>
              <a:rPr lang="en-US" sz="135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“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4640266"/>
            <a:ext cx="14665328" cy="1758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1"/>
              </a:lnSpc>
            </a:pPr>
            <a:r>
              <a:rPr lang="en-US" sz="5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Inserisci qui la citazione, il verso o la definizione che vuoi far leggere alla classe.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6869116"/>
            <a:ext cx="17760953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Autore, Opera — riferimento puntuale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CONCETTO CHIAVE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797053"/>
            <a:ext cx="17760953" cy="796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7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IL TERMINE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038475"/>
            <a:ext cx="7867650" cy="6448425"/>
            <a:chOff x="0" y="0"/>
            <a:chExt cx="10490200" cy="8597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90200" cy="8597900"/>
            </a:xfrm>
            <a:custGeom>
              <a:avLst/>
              <a:gdLst/>
              <a:ahLst/>
              <a:cxnLst/>
              <a:rect r="r" b="b" t="t" l="l"/>
              <a:pathLst>
                <a:path h="8597900" w="10490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185400" y="0"/>
                  </a:lnTo>
                  <a:cubicBezTo>
                    <a:pt x="10353675" y="0"/>
                    <a:pt x="10490200" y="136525"/>
                    <a:pt x="10490200" y="304800"/>
                  </a:cubicBezTo>
                  <a:lnTo>
                    <a:pt x="10490200" y="8293100"/>
                  </a:lnTo>
                  <a:cubicBezTo>
                    <a:pt x="10490200" y="8461375"/>
                    <a:pt x="10353675" y="8597900"/>
                    <a:pt x="10185400" y="8597900"/>
                  </a:cubicBezTo>
                  <a:lnTo>
                    <a:pt x="304800" y="8597900"/>
                  </a:lnTo>
                  <a:cubicBezTo>
                    <a:pt x="136525" y="8597900"/>
                    <a:pt x="0" y="8461375"/>
                    <a:pt x="0" y="82931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11303" y="3540128"/>
            <a:ext cx="763968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DEFINIZIONE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303" y="3987803"/>
            <a:ext cx="7150294" cy="145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63075" y="3028950"/>
            <a:ext cx="7886700" cy="6467475"/>
            <a:chOff x="0" y="0"/>
            <a:chExt cx="10515600" cy="8623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15600" cy="8623300"/>
            </a:xfrm>
            <a:custGeom>
              <a:avLst/>
              <a:gdLst/>
              <a:ahLst/>
              <a:cxnLst/>
              <a:rect r="r" b="b" t="t" l="l"/>
              <a:pathLst>
                <a:path h="8623300" w="10515600">
                  <a:moveTo>
                    <a:pt x="0" y="305689"/>
                  </a:moveTo>
                  <a:cubicBezTo>
                    <a:pt x="0" y="136906"/>
                    <a:pt x="136906" y="0"/>
                    <a:pt x="305689" y="0"/>
                  </a:cubicBezTo>
                  <a:lnTo>
                    <a:pt x="10209911" y="0"/>
                  </a:lnTo>
                  <a:cubicBezTo>
                    <a:pt x="10378694" y="0"/>
                    <a:pt x="10515600" y="136906"/>
                    <a:pt x="10515600" y="305689"/>
                  </a:cubicBezTo>
                  <a:lnTo>
                    <a:pt x="10515600" y="8317611"/>
                  </a:lnTo>
                  <a:cubicBezTo>
                    <a:pt x="10515600" y="8486394"/>
                    <a:pt x="10378694" y="8623300"/>
                    <a:pt x="10209911" y="8623300"/>
                  </a:cubicBezTo>
                  <a:lnTo>
                    <a:pt x="305689" y="8623300"/>
                  </a:lnTo>
                  <a:cubicBezTo>
                    <a:pt x="136906" y="8623300"/>
                    <a:pt x="0" y="8486394"/>
                    <a:pt x="0" y="8317611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5215" t="0" r="-55215" b="0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855203" y="3559178"/>
            <a:ext cx="759777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ESEMPIO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855203" y="4006853"/>
            <a:ext cx="7111051" cy="145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Ut enim ad minim veniam, quis nostrud exercitation ullamco laboris nisi ut aliquip ex ea commodo.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C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3343370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DA RICORDARE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4124420"/>
            <a:ext cx="15253973" cy="2101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2"/>
              </a:lnSpc>
            </a:pPr>
            <a:r>
              <a:rPr lang="en-US" sz="82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LA FRASE CHE DEVE RESTARE IN TESTA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6562820"/>
            <a:ext cx="11474453" cy="514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79"/>
              </a:lnSpc>
            </a:pPr>
            <a:r>
              <a:rPr lang="en-US" sz="25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Riga di supporto opzionale per spiegare l'enunciato.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540601" y="3562150"/>
            <a:ext cx="120679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b="true" sz="1950" spc="60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PAUSA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72539" y="4400350"/>
            <a:ext cx="8142770" cy="108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9"/>
              </a:lnSpc>
            </a:pPr>
            <a:r>
              <a:rPr lang="en-US" sz="97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ATTENZIONE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82953" y="5819575"/>
            <a:ext cx="11722103" cy="103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3"/>
              </a:lnSpc>
            </a:pPr>
            <a:r>
              <a:rPr lang="en-US" sz="27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Da qui in avanti cambia il modo di lavorare: spiega alla classe cosa dovrà fare.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LISTA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231679"/>
            <a:ext cx="190500" cy="190500"/>
            <a:chOff x="0" y="0"/>
            <a:chExt cx="254000" cy="254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30353" y="2092328"/>
            <a:ext cx="8760123" cy="47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Prima voce della lista, lorem ipsum dolor sit amet.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7750" y="3018387"/>
            <a:ext cx="190500" cy="190500"/>
            <a:chOff x="0" y="0"/>
            <a:chExt cx="254000" cy="25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530353" y="2879027"/>
            <a:ext cx="9272206" cy="47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Seconda voce della lista, consectetur adipiscing elit.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7750" y="3805085"/>
            <a:ext cx="190500" cy="190500"/>
            <a:chOff x="0" y="0"/>
            <a:chExt cx="254000" cy="254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530353" y="3665734"/>
            <a:ext cx="8209074" cy="47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Terza voce della lista, sed do eiusmod tempor.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7750" y="4591793"/>
            <a:ext cx="190500" cy="190500"/>
            <a:chOff x="0" y="0"/>
            <a:chExt cx="254000" cy="25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30353" y="4452442"/>
            <a:ext cx="7647546" cy="47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Quarta voce della lista, incididunt ut labore.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5378501"/>
            <a:ext cx="190500" cy="190500"/>
            <a:chOff x="0" y="0"/>
            <a:chExt cx="254000" cy="254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4000" cy="254000"/>
            </a:xfrm>
            <a:custGeom>
              <a:avLst/>
              <a:gdLst/>
              <a:ahLst/>
              <a:cxnLst/>
              <a:rect r="r" b="b" t="t" l="l"/>
              <a:pathLst>
                <a:path h="254000" w="254000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cubicBezTo>
                    <a:pt x="197104" y="0"/>
                    <a:pt x="254000" y="56896"/>
                    <a:pt x="254000" y="127000"/>
                  </a:cubicBezTo>
                  <a:cubicBezTo>
                    <a:pt x="254000" y="197104"/>
                    <a:pt x="197104" y="254000"/>
                    <a:pt x="127000" y="254000"/>
                  </a:cubicBezTo>
                  <a:cubicBezTo>
                    <a:pt x="56896" y="254000"/>
                    <a:pt x="0" y="197104"/>
                    <a:pt x="0" y="1270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30353" y="5239150"/>
            <a:ext cx="8244268" cy="478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8"/>
              </a:lnSpc>
            </a:pPr>
            <a:r>
              <a:rPr lang="en-US" sz="27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Quinta voce della lista, et dolore magna aliqua.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SINTESI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73203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CINQUE COSE DA RICORDARE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236566"/>
            <a:ext cx="16192500" cy="19050"/>
            <a:chOff x="0" y="0"/>
            <a:chExt cx="21590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2530478"/>
            <a:ext cx="420538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11188" y="2559053"/>
            <a:ext cx="10169843" cy="4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Prima cosa da ricordare, lorem ipsum dolor sit amet consectetur.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4215708"/>
            <a:ext cx="16192500" cy="19050"/>
            <a:chOff x="0" y="0"/>
            <a:chExt cx="21590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153" y="3509620"/>
            <a:ext cx="472030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2680" y="3538195"/>
            <a:ext cx="10496274" cy="4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Seconda cosa da ricordare, adipiscing elit sed do eiusmod tempor.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7750" y="5194849"/>
            <a:ext cx="16192500" cy="19050"/>
            <a:chOff x="0" y="0"/>
            <a:chExt cx="215900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3153" y="4488752"/>
            <a:ext cx="483194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73844" y="4517327"/>
            <a:ext cx="9694916" cy="4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Terza cosa da ricordare, incididunt ut labore et dolore magna.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7750" y="6173991"/>
            <a:ext cx="16192500" cy="19050"/>
            <a:chOff x="0" y="0"/>
            <a:chExt cx="215900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73153" y="5467893"/>
            <a:ext cx="49182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882473" y="5496468"/>
            <a:ext cx="10178024" cy="4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Quarta cosa da ricordare, ut enim ad minim veniam quis nostrud.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73153" y="6447034"/>
            <a:ext cx="484984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75634" y="6475609"/>
            <a:ext cx="9099004" cy="461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08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Quinta cosa da ricordare, exercitation ullamco laboris nisi.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CHECKLIST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57400"/>
            <a:ext cx="7810500" cy="914400"/>
            <a:chOff x="0" y="0"/>
            <a:chExt cx="10414000" cy="1219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41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1016000"/>
                  </a:lnTo>
                  <a:cubicBezTo>
                    <a:pt x="10414000" y="1128268"/>
                    <a:pt x="10323068" y="1219200"/>
                    <a:pt x="102108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38262" y="2309812"/>
            <a:ext cx="409575" cy="409575"/>
            <a:chOff x="0" y="0"/>
            <a:chExt cx="546100" cy="546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436880" y="0"/>
                  </a:lnTo>
                  <a:cubicBezTo>
                    <a:pt x="497205" y="0"/>
                    <a:pt x="546100" y="48895"/>
                    <a:pt x="546100" y="109220"/>
                  </a:cubicBezTo>
                  <a:lnTo>
                    <a:pt x="546100" y="436880"/>
                  </a:lnTo>
                  <a:cubicBezTo>
                    <a:pt x="546100" y="497205"/>
                    <a:pt x="497205" y="546100"/>
                    <a:pt x="436880" y="546100"/>
                  </a:cubicBezTo>
                  <a:lnTo>
                    <a:pt x="109220" y="546100"/>
                  </a:lnTo>
                  <a:cubicBezTo>
                    <a:pt x="48895" y="546100"/>
                    <a:pt x="0" y="497205"/>
                    <a:pt x="0" y="4368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2006603" y="2359028"/>
            <a:ext cx="3462604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Prima voce da spuntare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429750" y="2057400"/>
            <a:ext cx="7810500" cy="914400"/>
            <a:chOff x="0" y="0"/>
            <a:chExt cx="10414000" cy="1219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1016000"/>
                  </a:lnTo>
                  <a:cubicBezTo>
                    <a:pt x="10414000" y="1128268"/>
                    <a:pt x="10323068" y="1219200"/>
                    <a:pt x="102108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720262" y="2309812"/>
            <a:ext cx="409575" cy="409575"/>
            <a:chOff x="0" y="0"/>
            <a:chExt cx="546100" cy="546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436880" y="0"/>
                  </a:lnTo>
                  <a:cubicBezTo>
                    <a:pt x="497205" y="0"/>
                    <a:pt x="546100" y="48895"/>
                    <a:pt x="546100" y="109220"/>
                  </a:cubicBezTo>
                  <a:lnTo>
                    <a:pt x="546100" y="436880"/>
                  </a:lnTo>
                  <a:cubicBezTo>
                    <a:pt x="546100" y="497205"/>
                    <a:pt x="497205" y="546100"/>
                    <a:pt x="436880" y="546100"/>
                  </a:cubicBezTo>
                  <a:lnTo>
                    <a:pt x="109220" y="546100"/>
                  </a:lnTo>
                  <a:cubicBezTo>
                    <a:pt x="48895" y="546100"/>
                    <a:pt x="0" y="497205"/>
                    <a:pt x="0" y="4368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0388603" y="2359028"/>
            <a:ext cx="3619271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Quarta voce da spuntare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7750" y="3238500"/>
            <a:ext cx="7810500" cy="914400"/>
            <a:chOff x="0" y="0"/>
            <a:chExt cx="104140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41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1016000"/>
                  </a:lnTo>
                  <a:cubicBezTo>
                    <a:pt x="10414000" y="1128268"/>
                    <a:pt x="10323068" y="1219200"/>
                    <a:pt x="102108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38262" y="3490912"/>
            <a:ext cx="409575" cy="409575"/>
            <a:chOff x="0" y="0"/>
            <a:chExt cx="546100" cy="5461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436880" y="0"/>
                  </a:lnTo>
                  <a:cubicBezTo>
                    <a:pt x="497205" y="0"/>
                    <a:pt x="546100" y="48895"/>
                    <a:pt x="546100" y="109220"/>
                  </a:cubicBezTo>
                  <a:lnTo>
                    <a:pt x="546100" y="436880"/>
                  </a:lnTo>
                  <a:cubicBezTo>
                    <a:pt x="546100" y="497205"/>
                    <a:pt x="497205" y="546100"/>
                    <a:pt x="436880" y="546100"/>
                  </a:cubicBezTo>
                  <a:lnTo>
                    <a:pt x="109220" y="546100"/>
                  </a:lnTo>
                  <a:cubicBezTo>
                    <a:pt x="48895" y="546100"/>
                    <a:pt x="0" y="497205"/>
                    <a:pt x="0" y="4368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2006603" y="3540128"/>
            <a:ext cx="3920014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Seconda voce da spuntare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29750" y="3238500"/>
            <a:ext cx="7810500" cy="914400"/>
            <a:chOff x="0" y="0"/>
            <a:chExt cx="10414000" cy="1219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1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1016000"/>
                  </a:lnTo>
                  <a:cubicBezTo>
                    <a:pt x="10414000" y="1128268"/>
                    <a:pt x="10323068" y="1219200"/>
                    <a:pt x="102108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720262" y="3490912"/>
            <a:ext cx="409575" cy="409575"/>
            <a:chOff x="0" y="0"/>
            <a:chExt cx="546100" cy="546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436880" y="0"/>
                  </a:lnTo>
                  <a:cubicBezTo>
                    <a:pt x="497205" y="0"/>
                    <a:pt x="546100" y="48895"/>
                    <a:pt x="546100" y="109220"/>
                  </a:cubicBezTo>
                  <a:lnTo>
                    <a:pt x="546100" y="436880"/>
                  </a:lnTo>
                  <a:cubicBezTo>
                    <a:pt x="546100" y="497205"/>
                    <a:pt x="497205" y="546100"/>
                    <a:pt x="436880" y="546100"/>
                  </a:cubicBezTo>
                  <a:lnTo>
                    <a:pt x="109220" y="546100"/>
                  </a:lnTo>
                  <a:cubicBezTo>
                    <a:pt x="48895" y="546100"/>
                    <a:pt x="0" y="497205"/>
                    <a:pt x="0" y="4368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0388603" y="3540128"/>
            <a:ext cx="3581295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Quinta voce da spuntare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7750" y="4419600"/>
            <a:ext cx="7810500" cy="914400"/>
            <a:chOff x="0" y="0"/>
            <a:chExt cx="10414000" cy="1219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41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1016000"/>
                  </a:lnTo>
                  <a:cubicBezTo>
                    <a:pt x="10414000" y="1128268"/>
                    <a:pt x="10323068" y="1219200"/>
                    <a:pt x="102108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38262" y="4672012"/>
            <a:ext cx="409575" cy="409575"/>
            <a:chOff x="0" y="0"/>
            <a:chExt cx="546100" cy="546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436880" y="0"/>
                  </a:lnTo>
                  <a:cubicBezTo>
                    <a:pt x="497205" y="0"/>
                    <a:pt x="546100" y="48895"/>
                    <a:pt x="546100" y="109220"/>
                  </a:cubicBezTo>
                  <a:lnTo>
                    <a:pt x="546100" y="436880"/>
                  </a:lnTo>
                  <a:cubicBezTo>
                    <a:pt x="546100" y="497205"/>
                    <a:pt x="497205" y="546100"/>
                    <a:pt x="436880" y="546100"/>
                  </a:cubicBezTo>
                  <a:lnTo>
                    <a:pt x="109220" y="546100"/>
                  </a:lnTo>
                  <a:cubicBezTo>
                    <a:pt x="48895" y="546100"/>
                    <a:pt x="0" y="497205"/>
                    <a:pt x="0" y="4368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2006603" y="4721228"/>
            <a:ext cx="344246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Terza voce da spuntare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429750" y="4419600"/>
            <a:ext cx="7810500" cy="914400"/>
            <a:chOff x="0" y="0"/>
            <a:chExt cx="10414000" cy="12192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14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0414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210800" y="0"/>
                  </a:lnTo>
                  <a:cubicBezTo>
                    <a:pt x="10323068" y="0"/>
                    <a:pt x="10414000" y="90932"/>
                    <a:pt x="10414000" y="203200"/>
                  </a:cubicBezTo>
                  <a:lnTo>
                    <a:pt x="10414000" y="1016000"/>
                  </a:lnTo>
                  <a:cubicBezTo>
                    <a:pt x="10414000" y="1128268"/>
                    <a:pt x="10323068" y="1219200"/>
                    <a:pt x="10210800" y="1219200"/>
                  </a:cubicBezTo>
                  <a:lnTo>
                    <a:pt x="203200" y="1219200"/>
                  </a:lnTo>
                  <a:cubicBezTo>
                    <a:pt x="90932" y="1219200"/>
                    <a:pt x="0" y="1128268"/>
                    <a:pt x="0" y="1016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720262" y="4672012"/>
            <a:ext cx="409575" cy="409575"/>
            <a:chOff x="0" y="0"/>
            <a:chExt cx="546100" cy="5461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46100" cy="546100"/>
            </a:xfrm>
            <a:custGeom>
              <a:avLst/>
              <a:gdLst/>
              <a:ahLst/>
              <a:cxnLst/>
              <a:rect r="r" b="b" t="t" l="l"/>
              <a:pathLst>
                <a:path h="546100" w="546100">
                  <a:moveTo>
                    <a:pt x="0" y="109220"/>
                  </a:moveTo>
                  <a:cubicBezTo>
                    <a:pt x="0" y="48895"/>
                    <a:pt x="48895" y="0"/>
                    <a:pt x="109220" y="0"/>
                  </a:cubicBezTo>
                  <a:lnTo>
                    <a:pt x="436880" y="0"/>
                  </a:lnTo>
                  <a:cubicBezTo>
                    <a:pt x="497205" y="0"/>
                    <a:pt x="546100" y="48895"/>
                    <a:pt x="546100" y="109220"/>
                  </a:cubicBezTo>
                  <a:lnTo>
                    <a:pt x="546100" y="436880"/>
                  </a:lnTo>
                  <a:cubicBezTo>
                    <a:pt x="546100" y="497205"/>
                    <a:pt x="497205" y="546100"/>
                    <a:pt x="436880" y="546100"/>
                  </a:cubicBezTo>
                  <a:lnTo>
                    <a:pt x="109220" y="546100"/>
                  </a:lnTo>
                  <a:cubicBezTo>
                    <a:pt x="48895" y="546100"/>
                    <a:pt x="0" y="497205"/>
                    <a:pt x="0" y="43688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  <a:ln w="2857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10388603" y="4721228"/>
            <a:ext cx="3444097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Sesta voce da spuntare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ETICHETTA DI SEZIONE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92253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SLIDE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2244728"/>
            <a:ext cx="14617703" cy="486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Riga introduttiva che spiega il criterio con cui sono elencati i tre elementi.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3175549"/>
            <a:ext cx="5118049" cy="6311351"/>
            <a:chOff x="0" y="0"/>
            <a:chExt cx="6824066" cy="841513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24091" cy="8415020"/>
            </a:xfrm>
            <a:custGeom>
              <a:avLst/>
              <a:gdLst/>
              <a:ahLst/>
              <a:cxnLst/>
              <a:rect r="r" b="b" t="t" l="l"/>
              <a:pathLst>
                <a:path h="8415020" w="682409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19291" y="0"/>
                  </a:lnTo>
                  <a:cubicBezTo>
                    <a:pt x="6687693" y="0"/>
                    <a:pt x="6824091" y="136525"/>
                    <a:pt x="6824091" y="304800"/>
                  </a:cubicBezTo>
                  <a:lnTo>
                    <a:pt x="6824091" y="8110220"/>
                  </a:lnTo>
                  <a:cubicBezTo>
                    <a:pt x="6824091" y="8278622"/>
                    <a:pt x="6687566" y="8415020"/>
                    <a:pt x="6519291" y="8415020"/>
                  </a:cubicBezTo>
                  <a:lnTo>
                    <a:pt x="304800" y="8415020"/>
                  </a:lnTo>
                  <a:cubicBezTo>
                    <a:pt x="136398" y="8415020"/>
                    <a:pt x="0" y="8278495"/>
                    <a:pt x="0" y="81102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454153" y="3620043"/>
            <a:ext cx="4740859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54153" y="4439193"/>
            <a:ext cx="4740859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 primo elemento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4153" y="5017246"/>
            <a:ext cx="4435935" cy="119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 eiusmod tempor.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584899" y="3175549"/>
            <a:ext cx="5118049" cy="6311351"/>
            <a:chOff x="0" y="0"/>
            <a:chExt cx="6824066" cy="84151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24091" cy="8415020"/>
            </a:xfrm>
            <a:custGeom>
              <a:avLst/>
              <a:gdLst/>
              <a:ahLst/>
              <a:cxnLst/>
              <a:rect r="r" b="b" t="t" l="l"/>
              <a:pathLst>
                <a:path h="8415020" w="682409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19291" y="0"/>
                  </a:lnTo>
                  <a:cubicBezTo>
                    <a:pt x="6687693" y="0"/>
                    <a:pt x="6824091" y="136525"/>
                    <a:pt x="6824091" y="304800"/>
                  </a:cubicBezTo>
                  <a:lnTo>
                    <a:pt x="6824091" y="8110220"/>
                  </a:lnTo>
                  <a:cubicBezTo>
                    <a:pt x="6824091" y="8278622"/>
                    <a:pt x="6687566" y="8415020"/>
                    <a:pt x="6519291" y="8415020"/>
                  </a:cubicBezTo>
                  <a:lnTo>
                    <a:pt x="304800" y="8415020"/>
                  </a:lnTo>
                  <a:cubicBezTo>
                    <a:pt x="136398" y="8415020"/>
                    <a:pt x="0" y="8278495"/>
                    <a:pt x="0" y="81102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6991302" y="3620043"/>
            <a:ext cx="4740859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91302" y="4439193"/>
            <a:ext cx="4435935" cy="81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 secondo elemento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991302" y="5433365"/>
            <a:ext cx="4435935" cy="119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 eiusmod tempor.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122048" y="3175549"/>
            <a:ext cx="5118049" cy="6311351"/>
            <a:chOff x="0" y="0"/>
            <a:chExt cx="6824066" cy="84151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24091" cy="8415020"/>
            </a:xfrm>
            <a:custGeom>
              <a:avLst/>
              <a:gdLst/>
              <a:ahLst/>
              <a:cxnLst/>
              <a:rect r="r" b="b" t="t" l="l"/>
              <a:pathLst>
                <a:path h="8415020" w="682409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6519291" y="0"/>
                  </a:lnTo>
                  <a:cubicBezTo>
                    <a:pt x="6687693" y="0"/>
                    <a:pt x="6824091" y="136525"/>
                    <a:pt x="6824091" y="304800"/>
                  </a:cubicBezTo>
                  <a:lnTo>
                    <a:pt x="6824091" y="8110220"/>
                  </a:lnTo>
                  <a:cubicBezTo>
                    <a:pt x="6824091" y="8278622"/>
                    <a:pt x="6687566" y="8415020"/>
                    <a:pt x="6519291" y="8415020"/>
                  </a:cubicBezTo>
                  <a:lnTo>
                    <a:pt x="304800" y="8415020"/>
                  </a:lnTo>
                  <a:cubicBezTo>
                    <a:pt x="136398" y="8415020"/>
                    <a:pt x="0" y="8278495"/>
                    <a:pt x="0" y="81102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528452" y="3620043"/>
            <a:ext cx="4740859" cy="5969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3900" b="true">
                <a:solidFill>
                  <a:srgbClr val="00B8B5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28452" y="4439193"/>
            <a:ext cx="4740859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 terzo elemento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528452" y="5017246"/>
            <a:ext cx="4435935" cy="119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 eiusmod tempor.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QUATTRO ELEMENTI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38225" y="2009775"/>
            <a:ext cx="7943850" cy="3581400"/>
            <a:chOff x="0" y="0"/>
            <a:chExt cx="10591800" cy="4775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918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0591800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10285349" y="0"/>
                  </a:lnTo>
                  <a:cubicBezTo>
                    <a:pt x="10454640" y="0"/>
                    <a:pt x="10591800" y="137160"/>
                    <a:pt x="10591800" y="306451"/>
                  </a:cubicBezTo>
                  <a:lnTo>
                    <a:pt x="10591800" y="4468749"/>
                  </a:lnTo>
                  <a:cubicBezTo>
                    <a:pt x="10591800" y="4638040"/>
                    <a:pt x="10454640" y="4775200"/>
                    <a:pt x="10285349" y="4775200"/>
                  </a:cubicBezTo>
                  <a:lnTo>
                    <a:pt x="306451" y="4775200"/>
                  </a:lnTo>
                  <a:cubicBezTo>
                    <a:pt x="137160" y="4775200"/>
                    <a:pt x="0" y="4638040"/>
                    <a:pt x="0" y="446874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44" t="0" r="-7844" b="0"/>
              </a:stretch>
            </a:blipFill>
            <a:ln w="19050" cap="sq">
              <a:solidFill>
                <a:srgbClr val="ECECEC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511303" y="3108674"/>
            <a:ext cx="77025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MOSSA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1303" y="3508724"/>
            <a:ext cx="77025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breve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303" y="4089749"/>
            <a:ext cx="7702553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305925" y="2009775"/>
            <a:ext cx="7943850" cy="3581400"/>
            <a:chOff x="0" y="0"/>
            <a:chExt cx="10591800" cy="477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918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0591800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10285349" y="0"/>
                  </a:lnTo>
                  <a:cubicBezTo>
                    <a:pt x="10454640" y="0"/>
                    <a:pt x="10591800" y="137160"/>
                    <a:pt x="10591800" y="306451"/>
                  </a:cubicBezTo>
                  <a:lnTo>
                    <a:pt x="10591800" y="4468749"/>
                  </a:lnTo>
                  <a:cubicBezTo>
                    <a:pt x="10591800" y="4638040"/>
                    <a:pt x="10454640" y="4775200"/>
                    <a:pt x="10285349" y="4775200"/>
                  </a:cubicBezTo>
                  <a:lnTo>
                    <a:pt x="306451" y="4775200"/>
                  </a:lnTo>
                  <a:cubicBezTo>
                    <a:pt x="137160" y="4775200"/>
                    <a:pt x="0" y="4638040"/>
                    <a:pt x="0" y="446874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44" t="0" r="-7844" b="0"/>
              </a:stretch>
            </a:blipFill>
            <a:ln w="19050" cap="sq">
              <a:solidFill>
                <a:srgbClr val="ECECEC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779003" y="3108674"/>
            <a:ext cx="77025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MOSSA 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79003" y="3508724"/>
            <a:ext cx="77025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breve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779003" y="4089749"/>
            <a:ext cx="7702553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38225" y="5915025"/>
            <a:ext cx="7943850" cy="3581400"/>
            <a:chOff x="0" y="0"/>
            <a:chExt cx="10591800" cy="4775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5918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0591800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10285349" y="0"/>
                  </a:lnTo>
                  <a:cubicBezTo>
                    <a:pt x="10454640" y="0"/>
                    <a:pt x="10591800" y="137160"/>
                    <a:pt x="10591800" y="306451"/>
                  </a:cubicBezTo>
                  <a:lnTo>
                    <a:pt x="10591800" y="4468749"/>
                  </a:lnTo>
                  <a:cubicBezTo>
                    <a:pt x="10591800" y="4638040"/>
                    <a:pt x="10454640" y="4775200"/>
                    <a:pt x="10285349" y="4775200"/>
                  </a:cubicBezTo>
                  <a:lnTo>
                    <a:pt x="306451" y="4775200"/>
                  </a:lnTo>
                  <a:cubicBezTo>
                    <a:pt x="137160" y="4775200"/>
                    <a:pt x="0" y="4638040"/>
                    <a:pt x="0" y="446874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44" t="0" r="-7844" b="0"/>
              </a:stretch>
            </a:blipFill>
            <a:ln w="19050" cap="sq">
              <a:solidFill>
                <a:srgbClr val="ECECEC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511303" y="7013924"/>
            <a:ext cx="77025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MOSSA 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511303" y="7413974"/>
            <a:ext cx="77025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breve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11303" y="7994999"/>
            <a:ext cx="7702553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05925" y="5915025"/>
            <a:ext cx="7943850" cy="3581400"/>
            <a:chOff x="0" y="0"/>
            <a:chExt cx="10591800" cy="47752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91800" cy="4775200"/>
            </a:xfrm>
            <a:custGeom>
              <a:avLst/>
              <a:gdLst/>
              <a:ahLst/>
              <a:cxnLst/>
              <a:rect r="r" b="b" t="t" l="l"/>
              <a:pathLst>
                <a:path h="4775200" w="10591800">
                  <a:moveTo>
                    <a:pt x="0" y="306451"/>
                  </a:moveTo>
                  <a:cubicBezTo>
                    <a:pt x="0" y="137160"/>
                    <a:pt x="137160" y="0"/>
                    <a:pt x="306451" y="0"/>
                  </a:cubicBezTo>
                  <a:lnTo>
                    <a:pt x="10285349" y="0"/>
                  </a:lnTo>
                  <a:cubicBezTo>
                    <a:pt x="10454640" y="0"/>
                    <a:pt x="10591800" y="137160"/>
                    <a:pt x="10591800" y="306451"/>
                  </a:cubicBezTo>
                  <a:lnTo>
                    <a:pt x="10591800" y="4468749"/>
                  </a:lnTo>
                  <a:cubicBezTo>
                    <a:pt x="10591800" y="4638040"/>
                    <a:pt x="10454640" y="4775200"/>
                    <a:pt x="10285349" y="4775200"/>
                  </a:cubicBezTo>
                  <a:lnTo>
                    <a:pt x="306451" y="4775200"/>
                  </a:lnTo>
                  <a:cubicBezTo>
                    <a:pt x="137160" y="4775200"/>
                    <a:pt x="0" y="4638040"/>
                    <a:pt x="0" y="4468749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44" t="0" r="-7844" b="0"/>
              </a:stretch>
            </a:blipFill>
            <a:ln w="19050" cap="sq">
              <a:solidFill>
                <a:srgbClr val="ECECEC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9779003" y="7013924"/>
            <a:ext cx="77025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MOSSA 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79003" y="7413974"/>
            <a:ext cx="77025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breve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79003" y="7994999"/>
            <a:ext cx="7702553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STRUTTURA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SEI PARTI DA DISTINGUERE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447925"/>
            <a:ext cx="5194249" cy="38100"/>
            <a:chOff x="0" y="0"/>
            <a:chExt cx="6925666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5691" cy="50800"/>
            </a:xfrm>
            <a:custGeom>
              <a:avLst/>
              <a:gdLst/>
              <a:ahLst/>
              <a:cxnLst/>
              <a:rect r="r" b="b" t="t" l="l"/>
              <a:pathLst>
                <a:path h="50800" w="6925691">
                  <a:moveTo>
                    <a:pt x="0" y="0"/>
                  </a:moveTo>
                  <a:lnTo>
                    <a:pt x="6925691" y="0"/>
                  </a:lnTo>
                  <a:lnTo>
                    <a:pt x="69256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2740028"/>
            <a:ext cx="5662879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PARTE 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3140078"/>
            <a:ext cx="566287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parte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153" y="3610518"/>
            <a:ext cx="5299281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46799" y="2447925"/>
            <a:ext cx="5194249" cy="38100"/>
            <a:chOff x="0" y="0"/>
            <a:chExt cx="6925666" cy="50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25691" cy="50800"/>
            </a:xfrm>
            <a:custGeom>
              <a:avLst/>
              <a:gdLst/>
              <a:ahLst/>
              <a:cxnLst/>
              <a:rect r="r" b="b" t="t" l="l"/>
              <a:pathLst>
                <a:path h="50800" w="6925691">
                  <a:moveTo>
                    <a:pt x="0" y="0"/>
                  </a:moveTo>
                  <a:lnTo>
                    <a:pt x="6925691" y="0"/>
                  </a:lnTo>
                  <a:lnTo>
                    <a:pt x="69256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6572202" y="2740028"/>
            <a:ext cx="5662879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PARTE 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72202" y="3140078"/>
            <a:ext cx="566287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parte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572202" y="3610518"/>
            <a:ext cx="5299281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045848" y="2447925"/>
            <a:ext cx="5194249" cy="38100"/>
            <a:chOff x="0" y="0"/>
            <a:chExt cx="6925666" cy="50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5691" cy="50800"/>
            </a:xfrm>
            <a:custGeom>
              <a:avLst/>
              <a:gdLst/>
              <a:ahLst/>
              <a:cxnLst/>
              <a:rect r="r" b="b" t="t" l="l"/>
              <a:pathLst>
                <a:path h="50800" w="6925691">
                  <a:moveTo>
                    <a:pt x="0" y="0"/>
                  </a:moveTo>
                  <a:lnTo>
                    <a:pt x="6925691" y="0"/>
                  </a:lnTo>
                  <a:lnTo>
                    <a:pt x="69256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2071252" y="2740028"/>
            <a:ext cx="5662879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PARTE 03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071252" y="3140078"/>
            <a:ext cx="566287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parte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071252" y="3610518"/>
            <a:ext cx="5299281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" y="6119812"/>
            <a:ext cx="5194249" cy="38100"/>
            <a:chOff x="0" y="0"/>
            <a:chExt cx="6925666" cy="50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25691" cy="50800"/>
            </a:xfrm>
            <a:custGeom>
              <a:avLst/>
              <a:gdLst/>
              <a:ahLst/>
              <a:cxnLst/>
              <a:rect r="r" b="b" t="t" l="l"/>
              <a:pathLst>
                <a:path h="50800" w="6925691">
                  <a:moveTo>
                    <a:pt x="0" y="0"/>
                  </a:moveTo>
                  <a:lnTo>
                    <a:pt x="6925691" y="0"/>
                  </a:lnTo>
                  <a:lnTo>
                    <a:pt x="69256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3153" y="6411916"/>
            <a:ext cx="5662879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PARTE 04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153" y="6811966"/>
            <a:ext cx="566287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parte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73153" y="7282405"/>
            <a:ext cx="5299281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546799" y="6119812"/>
            <a:ext cx="5194249" cy="38100"/>
            <a:chOff x="0" y="0"/>
            <a:chExt cx="6925666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25691" cy="50800"/>
            </a:xfrm>
            <a:custGeom>
              <a:avLst/>
              <a:gdLst/>
              <a:ahLst/>
              <a:cxnLst/>
              <a:rect r="r" b="b" t="t" l="l"/>
              <a:pathLst>
                <a:path h="50800" w="6925691">
                  <a:moveTo>
                    <a:pt x="0" y="0"/>
                  </a:moveTo>
                  <a:lnTo>
                    <a:pt x="6925691" y="0"/>
                  </a:lnTo>
                  <a:lnTo>
                    <a:pt x="69256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6572202" y="6411916"/>
            <a:ext cx="5662879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PARTE 05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72202" y="6811966"/>
            <a:ext cx="566287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parte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572202" y="7282405"/>
            <a:ext cx="5299281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2045848" y="6119812"/>
            <a:ext cx="5194249" cy="38100"/>
            <a:chOff x="0" y="0"/>
            <a:chExt cx="6925666" cy="50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925691" cy="50800"/>
            </a:xfrm>
            <a:custGeom>
              <a:avLst/>
              <a:gdLst/>
              <a:ahLst/>
              <a:cxnLst/>
              <a:rect r="r" b="b" t="t" l="l"/>
              <a:pathLst>
                <a:path h="50800" w="6925691">
                  <a:moveTo>
                    <a:pt x="0" y="0"/>
                  </a:moveTo>
                  <a:lnTo>
                    <a:pt x="6925691" y="0"/>
                  </a:lnTo>
                  <a:lnTo>
                    <a:pt x="692569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071252" y="6411916"/>
            <a:ext cx="5662879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PARTE 06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71252" y="6811966"/>
            <a:ext cx="566287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parte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071252" y="7282405"/>
            <a:ext cx="5299281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LINGUA E STILE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CINQUE STRUMENTI DA RICONOSCERE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486025"/>
            <a:ext cx="3025083" cy="28575"/>
            <a:chOff x="0" y="0"/>
            <a:chExt cx="4033444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33393" cy="38100"/>
            </a:xfrm>
            <a:custGeom>
              <a:avLst/>
              <a:gdLst/>
              <a:ahLst/>
              <a:cxnLst/>
              <a:rect r="r" b="b" t="t" l="l"/>
              <a:pathLst>
                <a:path h="38100" w="4033393">
                  <a:moveTo>
                    <a:pt x="0" y="0"/>
                  </a:moveTo>
                  <a:lnTo>
                    <a:pt x="4033393" y="0"/>
                  </a:lnTo>
                  <a:lnTo>
                    <a:pt x="403339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2778128"/>
            <a:ext cx="3276790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Termine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3292478"/>
            <a:ext cx="3065031" cy="11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339533" y="2486025"/>
            <a:ext cx="3025083" cy="28575"/>
            <a:chOff x="0" y="0"/>
            <a:chExt cx="4033444" cy="3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33393" cy="38100"/>
            </a:xfrm>
            <a:custGeom>
              <a:avLst/>
              <a:gdLst/>
              <a:ahLst/>
              <a:cxnLst/>
              <a:rect r="r" b="b" t="t" l="l"/>
              <a:pathLst>
                <a:path h="38100" w="4033393">
                  <a:moveTo>
                    <a:pt x="0" y="0"/>
                  </a:moveTo>
                  <a:lnTo>
                    <a:pt x="4033393" y="0"/>
                  </a:lnTo>
                  <a:lnTo>
                    <a:pt x="403339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364926" y="2778128"/>
            <a:ext cx="3276790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Termine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64926" y="3292478"/>
            <a:ext cx="3065031" cy="11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631316" y="2486025"/>
            <a:ext cx="3025226" cy="28575"/>
            <a:chOff x="0" y="0"/>
            <a:chExt cx="4033634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33647" cy="38100"/>
            </a:xfrm>
            <a:custGeom>
              <a:avLst/>
              <a:gdLst/>
              <a:ahLst/>
              <a:cxnLst/>
              <a:rect r="r" b="b" t="t" l="l"/>
              <a:pathLst>
                <a:path h="38100" w="4033647">
                  <a:moveTo>
                    <a:pt x="0" y="0"/>
                  </a:moveTo>
                  <a:lnTo>
                    <a:pt x="4033647" y="0"/>
                  </a:lnTo>
                  <a:lnTo>
                    <a:pt x="403364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7656709" y="2778128"/>
            <a:ext cx="3276952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Termine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656709" y="3292478"/>
            <a:ext cx="3065183" cy="11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923241" y="2486025"/>
            <a:ext cx="3025083" cy="28575"/>
            <a:chOff x="0" y="0"/>
            <a:chExt cx="4033444" cy="381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033393" cy="38100"/>
            </a:xfrm>
            <a:custGeom>
              <a:avLst/>
              <a:gdLst/>
              <a:ahLst/>
              <a:cxnLst/>
              <a:rect r="r" b="b" t="t" l="l"/>
              <a:pathLst>
                <a:path h="38100" w="4033393">
                  <a:moveTo>
                    <a:pt x="0" y="0"/>
                  </a:moveTo>
                  <a:lnTo>
                    <a:pt x="4033393" y="0"/>
                  </a:lnTo>
                  <a:lnTo>
                    <a:pt x="403339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0948645" y="2778128"/>
            <a:ext cx="3276790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Termine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48645" y="3292478"/>
            <a:ext cx="3065031" cy="11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4215024" y="2486025"/>
            <a:ext cx="3025226" cy="28575"/>
            <a:chOff x="0" y="0"/>
            <a:chExt cx="4033634" cy="381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033647" cy="38100"/>
            </a:xfrm>
            <a:custGeom>
              <a:avLst/>
              <a:gdLst/>
              <a:ahLst/>
              <a:cxnLst/>
              <a:rect r="r" b="b" t="t" l="l"/>
              <a:pathLst>
                <a:path h="38100" w="4033647">
                  <a:moveTo>
                    <a:pt x="0" y="0"/>
                  </a:moveTo>
                  <a:lnTo>
                    <a:pt x="4033647" y="0"/>
                  </a:lnTo>
                  <a:lnTo>
                    <a:pt x="4033647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4240418" y="2778128"/>
            <a:ext cx="3276952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Termine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240418" y="3292478"/>
            <a:ext cx="3065183" cy="1121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 sed do.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73153" y="9173270"/>
            <a:ext cx="1141466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REGOLA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455916" y="9078020"/>
            <a:ext cx="8885196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Riga di chiusura per fissare il criterio comune ai cinque elementi.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IL DIBATTITO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73203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DUE LETTURE POSSIBILI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524125"/>
            <a:ext cx="7867650" cy="6118917"/>
            <a:chOff x="0" y="0"/>
            <a:chExt cx="10490200" cy="81585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90200" cy="8158607"/>
            </a:xfrm>
            <a:custGeom>
              <a:avLst/>
              <a:gdLst/>
              <a:ahLst/>
              <a:cxnLst/>
              <a:rect r="r" b="b" t="t" l="l"/>
              <a:pathLst>
                <a:path h="8158607" w="10490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185400" y="0"/>
                  </a:lnTo>
                  <a:cubicBezTo>
                    <a:pt x="10353675" y="0"/>
                    <a:pt x="10490200" y="136525"/>
                    <a:pt x="10490200" y="304800"/>
                  </a:cubicBezTo>
                  <a:lnTo>
                    <a:pt x="10490200" y="7853807"/>
                  </a:lnTo>
                  <a:cubicBezTo>
                    <a:pt x="10490200" y="8022082"/>
                    <a:pt x="10353675" y="8158607"/>
                    <a:pt x="10185400" y="8158607"/>
                  </a:cubicBezTo>
                  <a:lnTo>
                    <a:pt x="304800" y="8158607"/>
                  </a:lnTo>
                  <a:cubicBezTo>
                    <a:pt x="136525" y="8158607"/>
                    <a:pt x="0" y="8022082"/>
                    <a:pt x="0" y="7853807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511303" y="3025778"/>
            <a:ext cx="763968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PRIMA LETTURA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1303" y="3530603"/>
            <a:ext cx="7639688" cy="49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34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della tesi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11303" y="4177255"/>
            <a:ext cx="7150294" cy="133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72600" y="2524125"/>
            <a:ext cx="7867650" cy="6118917"/>
            <a:chOff x="0" y="0"/>
            <a:chExt cx="10490200" cy="81585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90200" cy="8158607"/>
            </a:xfrm>
            <a:custGeom>
              <a:avLst/>
              <a:gdLst/>
              <a:ahLst/>
              <a:cxnLst/>
              <a:rect r="r" b="b" t="t" l="l"/>
              <a:pathLst>
                <a:path h="8158607" w="104902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0185400" y="0"/>
                  </a:lnTo>
                  <a:cubicBezTo>
                    <a:pt x="10353675" y="0"/>
                    <a:pt x="10490200" y="136525"/>
                    <a:pt x="10490200" y="304800"/>
                  </a:cubicBezTo>
                  <a:lnTo>
                    <a:pt x="10490200" y="7853807"/>
                  </a:lnTo>
                  <a:cubicBezTo>
                    <a:pt x="10490200" y="8022082"/>
                    <a:pt x="10353675" y="8158607"/>
                    <a:pt x="10185400" y="8158607"/>
                  </a:cubicBezTo>
                  <a:lnTo>
                    <a:pt x="304800" y="8158607"/>
                  </a:lnTo>
                  <a:cubicBezTo>
                    <a:pt x="136525" y="8158607"/>
                    <a:pt x="0" y="8022082"/>
                    <a:pt x="0" y="7853807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836153" y="3025778"/>
            <a:ext cx="763968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SECONDA LETTURA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836153" y="3530603"/>
            <a:ext cx="7639688" cy="49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1"/>
              </a:lnSpc>
            </a:pPr>
            <a:r>
              <a:rPr lang="en-US" sz="34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Titolo della tesi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6153" y="4177255"/>
            <a:ext cx="7150294" cy="13398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153" y="9173270"/>
            <a:ext cx="643338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TESI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7788" y="9078020"/>
            <a:ext cx="6703257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Riga di sintesi che tiene insieme le due posizioni.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PRO E CONTRO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2073278"/>
            <a:ext cx="860361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 spc="225">
                <a:solidFill>
                  <a:srgbClr val="00B8B5"/>
                </a:solidFill>
                <a:latin typeface="Arimo Bold"/>
                <a:ea typeface="Arimo Bold"/>
                <a:cs typeface="Arimo Bold"/>
                <a:sym typeface="Arimo Bold"/>
              </a:rPr>
              <a:t>A FAVORE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338512"/>
            <a:ext cx="7867650" cy="19050"/>
            <a:chOff x="0" y="0"/>
            <a:chExt cx="104902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90200" cy="25400"/>
            </a:xfrm>
            <a:custGeom>
              <a:avLst/>
              <a:gdLst/>
              <a:ahLst/>
              <a:cxnLst/>
              <a:rect r="r" b="b" t="t" l="l"/>
              <a:pathLst>
                <a:path h="25400" w="10490200">
                  <a:moveTo>
                    <a:pt x="0" y="0"/>
                  </a:moveTo>
                  <a:lnTo>
                    <a:pt x="10490200" y="0"/>
                  </a:lnTo>
                  <a:lnTo>
                    <a:pt x="10490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2682878"/>
            <a:ext cx="8052883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Primo argomento a favore, lorem ipsum dolor sit amet.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4248150"/>
            <a:ext cx="7867650" cy="19050"/>
            <a:chOff x="0" y="0"/>
            <a:chExt cx="104902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490200" cy="25400"/>
            </a:xfrm>
            <a:custGeom>
              <a:avLst/>
              <a:gdLst/>
              <a:ahLst/>
              <a:cxnLst/>
              <a:rect r="r" b="b" t="t" l="l"/>
              <a:pathLst>
                <a:path h="25400" w="10490200">
                  <a:moveTo>
                    <a:pt x="0" y="0"/>
                  </a:moveTo>
                  <a:lnTo>
                    <a:pt x="10490200" y="0"/>
                  </a:lnTo>
                  <a:lnTo>
                    <a:pt x="10490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3153" y="3592516"/>
            <a:ext cx="8052883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Secondo argomento a favore, consectetur adipiscing elit.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73153" y="4502153"/>
            <a:ext cx="8603618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Terzo argomento a favore, sed do eiusmod tempor.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398003" y="2073278"/>
            <a:ext cx="860361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b="true" sz="2550" spc="225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CONTRO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372600" y="3338512"/>
            <a:ext cx="7867650" cy="19050"/>
            <a:chOff x="0" y="0"/>
            <a:chExt cx="104902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90200" cy="25400"/>
            </a:xfrm>
            <a:custGeom>
              <a:avLst/>
              <a:gdLst/>
              <a:ahLst/>
              <a:cxnLst/>
              <a:rect r="r" b="b" t="t" l="l"/>
              <a:pathLst>
                <a:path h="25400" w="10490200">
                  <a:moveTo>
                    <a:pt x="0" y="0"/>
                  </a:moveTo>
                  <a:lnTo>
                    <a:pt x="10490200" y="0"/>
                  </a:lnTo>
                  <a:lnTo>
                    <a:pt x="10490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98003" y="2682878"/>
            <a:ext cx="8052883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Primo argomento contrario, lorem ipsum dolor sit amet.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72600" y="4248150"/>
            <a:ext cx="7867650" cy="19050"/>
            <a:chOff x="0" y="0"/>
            <a:chExt cx="1049020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490200" cy="25400"/>
            </a:xfrm>
            <a:custGeom>
              <a:avLst/>
              <a:gdLst/>
              <a:ahLst/>
              <a:cxnLst/>
              <a:rect r="r" b="b" t="t" l="l"/>
              <a:pathLst>
                <a:path h="25400" w="10490200">
                  <a:moveTo>
                    <a:pt x="0" y="0"/>
                  </a:moveTo>
                  <a:lnTo>
                    <a:pt x="10490200" y="0"/>
                  </a:lnTo>
                  <a:lnTo>
                    <a:pt x="104902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398003" y="3592516"/>
            <a:ext cx="8052883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Secondo argomento contrario, consectetur adipiscing elit.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398003" y="4502153"/>
            <a:ext cx="8603618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Terzo argomento contrario, sed do eiusmod tempor.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PRIMA E DOPO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2025653"/>
            <a:ext cx="860361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30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PRIMA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543175"/>
            <a:ext cx="7867650" cy="6328467"/>
            <a:chOff x="0" y="0"/>
            <a:chExt cx="10490200" cy="84379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490200" cy="8438007"/>
            </a:xfrm>
            <a:custGeom>
              <a:avLst/>
              <a:gdLst/>
              <a:ahLst/>
              <a:cxnLst/>
              <a:rect r="r" b="b" t="t" l="l"/>
              <a:pathLst>
                <a:path h="8438007" w="104902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185400" y="0"/>
                  </a:lnTo>
                  <a:cubicBezTo>
                    <a:pt x="10353675" y="0"/>
                    <a:pt x="10490200" y="136398"/>
                    <a:pt x="10490200" y="304800"/>
                  </a:cubicBezTo>
                  <a:lnTo>
                    <a:pt x="10490200" y="8133207"/>
                  </a:lnTo>
                  <a:cubicBezTo>
                    <a:pt x="10490200" y="8301482"/>
                    <a:pt x="10353802" y="8438007"/>
                    <a:pt x="10185400" y="8438007"/>
                  </a:cubicBezTo>
                  <a:lnTo>
                    <a:pt x="304800" y="8438007"/>
                  </a:lnTo>
                  <a:cubicBezTo>
                    <a:pt x="136525" y="8438007"/>
                    <a:pt x="0" y="8301609"/>
                    <a:pt x="0" y="8133207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235176" y="5575649"/>
            <a:ext cx="3847157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TRASCINA QUI L'IMMAGINE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9078020"/>
            <a:ext cx="8603618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Didascalia: cosa osservare in questa immagine.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398003" y="2025653"/>
            <a:ext cx="860361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300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DOPO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72600" y="2543175"/>
            <a:ext cx="7867650" cy="6328467"/>
            <a:chOff x="0" y="0"/>
            <a:chExt cx="10490200" cy="843795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490200" cy="8438007"/>
            </a:xfrm>
            <a:custGeom>
              <a:avLst/>
              <a:gdLst/>
              <a:ahLst/>
              <a:cxnLst/>
              <a:rect r="r" b="b" t="t" l="l"/>
              <a:pathLst>
                <a:path h="8438007" w="104902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185400" y="0"/>
                  </a:lnTo>
                  <a:cubicBezTo>
                    <a:pt x="10353675" y="0"/>
                    <a:pt x="10490200" y="136398"/>
                    <a:pt x="10490200" y="304800"/>
                  </a:cubicBezTo>
                  <a:lnTo>
                    <a:pt x="10490200" y="8133207"/>
                  </a:lnTo>
                  <a:cubicBezTo>
                    <a:pt x="10490200" y="8301482"/>
                    <a:pt x="10353802" y="8438007"/>
                    <a:pt x="10185400" y="8438007"/>
                  </a:cubicBezTo>
                  <a:lnTo>
                    <a:pt x="304800" y="8438007"/>
                  </a:lnTo>
                  <a:cubicBezTo>
                    <a:pt x="136525" y="8438007"/>
                    <a:pt x="0" y="8301609"/>
                    <a:pt x="0" y="8133207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1560026" y="5575649"/>
            <a:ext cx="3847157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TRASCINA QUI L'IMMAGINE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98003" y="9078020"/>
            <a:ext cx="8603618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Didascalia: cosa è cambiato rispetto a prima.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TABELLA COMPARATIVA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981200"/>
            <a:ext cx="4626321" cy="790575"/>
            <a:chOff x="0" y="0"/>
            <a:chExt cx="6168428" cy="1054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68390" cy="1054100"/>
            </a:xfrm>
            <a:custGeom>
              <a:avLst/>
              <a:gdLst/>
              <a:ahLst/>
              <a:cxnLst/>
              <a:rect r="r" b="b" t="t" l="l"/>
              <a:pathLst>
                <a:path h="1054100" w="6168390">
                  <a:moveTo>
                    <a:pt x="203200" y="0"/>
                  </a:moveTo>
                  <a:lnTo>
                    <a:pt x="6168390" y="0"/>
                  </a:lnTo>
                  <a:lnTo>
                    <a:pt x="6168390" y="1054100"/>
                  </a:lnTo>
                  <a:lnTo>
                    <a:pt x="0" y="10541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301753" y="2235203"/>
            <a:ext cx="131929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CRITERIO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674071" y="1981200"/>
            <a:ext cx="3855396" cy="790575"/>
            <a:chOff x="0" y="0"/>
            <a:chExt cx="5140528" cy="1054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40579" cy="1054100"/>
            </a:xfrm>
            <a:custGeom>
              <a:avLst/>
              <a:gdLst/>
              <a:ahLst/>
              <a:cxnLst/>
              <a:rect r="r" b="b" t="t" l="l"/>
              <a:pathLst>
                <a:path h="10541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1054100"/>
                  </a:lnTo>
                  <a:lnTo>
                    <a:pt x="0" y="1054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5928074" y="2235203"/>
            <a:ext cx="1544241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OPZIONE 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29467" y="1981200"/>
            <a:ext cx="3855396" cy="790575"/>
            <a:chOff x="0" y="0"/>
            <a:chExt cx="5140528" cy="1054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0579" cy="1054100"/>
            </a:xfrm>
            <a:custGeom>
              <a:avLst/>
              <a:gdLst/>
              <a:ahLst/>
              <a:cxnLst/>
              <a:rect r="r" b="b" t="t" l="l"/>
              <a:pathLst>
                <a:path h="10541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1054100"/>
                  </a:lnTo>
                  <a:lnTo>
                    <a:pt x="0" y="1054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9783461" y="2235203"/>
            <a:ext cx="1525076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OPZIONE B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3384854" y="1981200"/>
            <a:ext cx="3855396" cy="790575"/>
            <a:chOff x="0" y="0"/>
            <a:chExt cx="5140528" cy="1054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40579" cy="1054100"/>
            </a:xfrm>
            <a:custGeom>
              <a:avLst/>
              <a:gdLst/>
              <a:ahLst/>
              <a:cxnLst/>
              <a:rect r="r" b="b" t="t" l="l"/>
              <a:pathLst>
                <a:path h="1054100" w="5140579">
                  <a:moveTo>
                    <a:pt x="0" y="0"/>
                  </a:moveTo>
                  <a:lnTo>
                    <a:pt x="4937379" y="0"/>
                  </a:lnTo>
                  <a:cubicBezTo>
                    <a:pt x="5049647" y="0"/>
                    <a:pt x="5140579" y="90932"/>
                    <a:pt x="5140579" y="203200"/>
                  </a:cubicBezTo>
                  <a:lnTo>
                    <a:pt x="5140579" y="1054100"/>
                  </a:lnTo>
                  <a:lnTo>
                    <a:pt x="0" y="10541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3638857" y="2235203"/>
            <a:ext cx="1542269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OPZIONE C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3667125"/>
            <a:ext cx="4626321" cy="19050"/>
            <a:chOff x="0" y="0"/>
            <a:chExt cx="6168428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68390" cy="25400"/>
            </a:xfrm>
            <a:custGeom>
              <a:avLst/>
              <a:gdLst/>
              <a:ahLst/>
              <a:cxnLst/>
              <a:rect r="r" b="b" t="t" l="l"/>
              <a:pathLst>
                <a:path h="25400" w="6168390">
                  <a:moveTo>
                    <a:pt x="0" y="0"/>
                  </a:moveTo>
                  <a:lnTo>
                    <a:pt x="6168390" y="0"/>
                  </a:lnTo>
                  <a:lnTo>
                    <a:pt x="616839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1753" y="3082928"/>
            <a:ext cx="4257113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Prima riga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5674071" y="3667125"/>
            <a:ext cx="3855396" cy="19050"/>
            <a:chOff x="0" y="0"/>
            <a:chExt cx="5140528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928074" y="30829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29467" y="3667125"/>
            <a:ext cx="3855396" cy="19050"/>
            <a:chOff x="0" y="0"/>
            <a:chExt cx="5140528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9783461" y="30829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Dolor sit amet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3384854" y="3667125"/>
            <a:ext cx="3855396" cy="19050"/>
            <a:chOff x="0" y="0"/>
            <a:chExt cx="5140528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638857" y="30829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Consectetur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47750" y="3686175"/>
            <a:ext cx="4626321" cy="914400"/>
            <a:chOff x="0" y="0"/>
            <a:chExt cx="6168428" cy="12192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68390" cy="1219200"/>
            </a:xfrm>
            <a:custGeom>
              <a:avLst/>
              <a:gdLst/>
              <a:ahLst/>
              <a:cxnLst/>
              <a:rect r="r" b="b" t="t" l="l"/>
              <a:pathLst>
                <a:path h="1219200" w="6168390">
                  <a:moveTo>
                    <a:pt x="0" y="0"/>
                  </a:moveTo>
                  <a:lnTo>
                    <a:pt x="6168390" y="0"/>
                  </a:lnTo>
                  <a:lnTo>
                    <a:pt x="616839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8DD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47750" y="4581525"/>
            <a:ext cx="4626321" cy="19050"/>
            <a:chOff x="0" y="0"/>
            <a:chExt cx="6168428" cy="25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168390" cy="25400"/>
            </a:xfrm>
            <a:custGeom>
              <a:avLst/>
              <a:gdLst/>
              <a:ahLst/>
              <a:cxnLst/>
              <a:rect r="r" b="b" t="t" l="l"/>
              <a:pathLst>
                <a:path h="25400" w="6168390">
                  <a:moveTo>
                    <a:pt x="0" y="0"/>
                  </a:moveTo>
                  <a:lnTo>
                    <a:pt x="6168390" y="0"/>
                  </a:lnTo>
                  <a:lnTo>
                    <a:pt x="616839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301753" y="3997328"/>
            <a:ext cx="4257113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Seconda riga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5674071" y="3686175"/>
            <a:ext cx="3855396" cy="914400"/>
            <a:chOff x="0" y="0"/>
            <a:chExt cx="5140528" cy="12192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40579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8DD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674071" y="4581525"/>
            <a:ext cx="3855396" cy="19050"/>
            <a:chOff x="0" y="0"/>
            <a:chExt cx="5140528" cy="25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5928074" y="39973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529467" y="3686175"/>
            <a:ext cx="3855396" cy="914400"/>
            <a:chOff x="0" y="0"/>
            <a:chExt cx="5140528" cy="12192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40579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8DD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529467" y="4581525"/>
            <a:ext cx="3855396" cy="19050"/>
            <a:chOff x="0" y="0"/>
            <a:chExt cx="5140528" cy="2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9783461" y="39973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Dolor sit amet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13384854" y="3686175"/>
            <a:ext cx="3855396" cy="914400"/>
            <a:chOff x="0" y="0"/>
            <a:chExt cx="5140528" cy="12192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40579" cy="1219200"/>
            </a:xfrm>
            <a:custGeom>
              <a:avLst/>
              <a:gdLst/>
              <a:ahLst/>
              <a:cxnLst/>
              <a:rect r="r" b="b" t="t" l="l"/>
              <a:pathLst>
                <a:path h="12192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F8DD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3384854" y="4581525"/>
            <a:ext cx="3855396" cy="19050"/>
            <a:chOff x="0" y="0"/>
            <a:chExt cx="5140528" cy="254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3638857" y="39973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Consectetur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047750" y="5495925"/>
            <a:ext cx="4626321" cy="19050"/>
            <a:chOff x="0" y="0"/>
            <a:chExt cx="6168428" cy="25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168390" cy="25400"/>
            </a:xfrm>
            <a:custGeom>
              <a:avLst/>
              <a:gdLst/>
              <a:ahLst/>
              <a:cxnLst/>
              <a:rect r="r" b="b" t="t" l="l"/>
              <a:pathLst>
                <a:path h="25400" w="6168390">
                  <a:moveTo>
                    <a:pt x="0" y="0"/>
                  </a:moveTo>
                  <a:lnTo>
                    <a:pt x="6168390" y="0"/>
                  </a:lnTo>
                  <a:lnTo>
                    <a:pt x="616839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9" id="49"/>
          <p:cNvSpPr txBox="true"/>
          <p:nvPr/>
        </p:nvSpPr>
        <p:spPr>
          <a:xfrm rot="0">
            <a:off x="1301753" y="4911728"/>
            <a:ext cx="4257113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Terza riga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5674071" y="5495925"/>
            <a:ext cx="3855396" cy="19050"/>
            <a:chOff x="0" y="0"/>
            <a:chExt cx="5140528" cy="254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5928074" y="49117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9529467" y="5495925"/>
            <a:ext cx="3855396" cy="19050"/>
            <a:chOff x="0" y="0"/>
            <a:chExt cx="5140528" cy="25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9783461" y="49117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Dolor sit amet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3384854" y="5495925"/>
            <a:ext cx="3855396" cy="19050"/>
            <a:chOff x="0" y="0"/>
            <a:chExt cx="5140528" cy="25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5140579" cy="25400"/>
            </a:xfrm>
            <a:custGeom>
              <a:avLst/>
              <a:gdLst/>
              <a:ahLst/>
              <a:cxnLst/>
              <a:rect r="r" b="b" t="t" l="l"/>
              <a:pathLst>
                <a:path h="25400" w="5140579">
                  <a:moveTo>
                    <a:pt x="0" y="0"/>
                  </a:moveTo>
                  <a:lnTo>
                    <a:pt x="5140579" y="0"/>
                  </a:lnTo>
                  <a:lnTo>
                    <a:pt x="5140579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3638857" y="49117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Consectetur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01753" y="5826128"/>
            <a:ext cx="4257113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Quarta riga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5928074" y="58261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783461" y="58261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Dolor sit amet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638857" y="5826128"/>
            <a:ext cx="346305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Consectetur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ESERCIZIO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73203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VERO O FALSO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2486025"/>
            <a:ext cx="16192500" cy="971550"/>
            <a:chOff x="0" y="0"/>
            <a:chExt cx="21590000" cy="129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590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386800" y="0"/>
                  </a:lnTo>
                  <a:cubicBezTo>
                    <a:pt x="21499068" y="0"/>
                    <a:pt x="21590000" y="90932"/>
                    <a:pt x="21590000" y="203200"/>
                  </a:cubicBezTo>
                  <a:lnTo>
                    <a:pt x="21590000" y="1092200"/>
                  </a:lnTo>
                  <a:cubicBezTo>
                    <a:pt x="21590000" y="1204468"/>
                    <a:pt x="21499068" y="1295400"/>
                    <a:pt x="21386800" y="1295400"/>
                  </a:cubicBezTo>
                  <a:lnTo>
                    <a:pt x="203200" y="1295400"/>
                  </a:lnTo>
                  <a:cubicBezTo>
                    <a:pt x="90932" y="1295400"/>
                    <a:pt x="0" y="1204468"/>
                    <a:pt x="0" y="1092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16053" y="2749553"/>
            <a:ext cx="15947365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Prima affermazione da valutare, lorem ipsum dolor sit amet.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302733" y="2830516"/>
            <a:ext cx="64541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V / F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3705225"/>
            <a:ext cx="16192500" cy="971550"/>
            <a:chOff x="0" y="0"/>
            <a:chExt cx="21590000" cy="129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00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590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386800" y="0"/>
                  </a:lnTo>
                  <a:cubicBezTo>
                    <a:pt x="21499068" y="0"/>
                    <a:pt x="21590000" y="90932"/>
                    <a:pt x="21590000" y="203200"/>
                  </a:cubicBezTo>
                  <a:lnTo>
                    <a:pt x="21590000" y="1092200"/>
                  </a:lnTo>
                  <a:cubicBezTo>
                    <a:pt x="21590000" y="1204468"/>
                    <a:pt x="21499068" y="1295400"/>
                    <a:pt x="21386800" y="1295400"/>
                  </a:cubicBezTo>
                  <a:lnTo>
                    <a:pt x="203200" y="1295400"/>
                  </a:lnTo>
                  <a:cubicBezTo>
                    <a:pt x="90932" y="1295400"/>
                    <a:pt x="0" y="1204468"/>
                    <a:pt x="0" y="1092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416053" y="3968753"/>
            <a:ext cx="15947365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Seconda affermazione da valutare, consectetur adipiscing elit.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02733" y="4049716"/>
            <a:ext cx="64541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V / F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7750" y="4924425"/>
            <a:ext cx="16192500" cy="971550"/>
            <a:chOff x="0" y="0"/>
            <a:chExt cx="21590000" cy="129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900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590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386800" y="0"/>
                  </a:lnTo>
                  <a:cubicBezTo>
                    <a:pt x="21499068" y="0"/>
                    <a:pt x="21590000" y="90932"/>
                    <a:pt x="21590000" y="203200"/>
                  </a:cubicBezTo>
                  <a:lnTo>
                    <a:pt x="21590000" y="1092200"/>
                  </a:lnTo>
                  <a:cubicBezTo>
                    <a:pt x="21590000" y="1204468"/>
                    <a:pt x="21499068" y="1295400"/>
                    <a:pt x="21386800" y="1295400"/>
                  </a:cubicBezTo>
                  <a:lnTo>
                    <a:pt x="203200" y="1295400"/>
                  </a:lnTo>
                  <a:cubicBezTo>
                    <a:pt x="90932" y="1295400"/>
                    <a:pt x="0" y="1204468"/>
                    <a:pt x="0" y="1092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16053" y="5187953"/>
            <a:ext cx="15947365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Terza affermazione da valutare, sed do eiusmod tempor.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02733" y="5268916"/>
            <a:ext cx="64541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V / F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47750" y="6143625"/>
            <a:ext cx="16192500" cy="971550"/>
            <a:chOff x="0" y="0"/>
            <a:chExt cx="21590000" cy="129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590000" cy="1295400"/>
            </a:xfrm>
            <a:custGeom>
              <a:avLst/>
              <a:gdLst/>
              <a:ahLst/>
              <a:cxnLst/>
              <a:rect r="r" b="b" t="t" l="l"/>
              <a:pathLst>
                <a:path h="1295400" w="215900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21386800" y="0"/>
                  </a:lnTo>
                  <a:cubicBezTo>
                    <a:pt x="21499068" y="0"/>
                    <a:pt x="21590000" y="90932"/>
                    <a:pt x="21590000" y="203200"/>
                  </a:cubicBezTo>
                  <a:lnTo>
                    <a:pt x="21590000" y="1092200"/>
                  </a:lnTo>
                  <a:cubicBezTo>
                    <a:pt x="21590000" y="1204468"/>
                    <a:pt x="21499068" y="1295400"/>
                    <a:pt x="21386800" y="1295400"/>
                  </a:cubicBezTo>
                  <a:lnTo>
                    <a:pt x="203200" y="1295400"/>
                  </a:lnTo>
                  <a:cubicBezTo>
                    <a:pt x="90932" y="1295400"/>
                    <a:pt x="0" y="1204468"/>
                    <a:pt x="0" y="1092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16053" y="6407153"/>
            <a:ext cx="15947365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Quarta affermazione da valutare, incididunt ut labore.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302733" y="6488116"/>
            <a:ext cx="64541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V / F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I NUMERI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TRE DATI DA TENERE A MENTE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4948037"/>
            <a:ext cx="5551065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12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142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153" y="6129137"/>
            <a:ext cx="5551065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Etichetta del dato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153" y="6643487"/>
            <a:ext cx="5194583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Breve spiegazione del numero e della sua fonte.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22952" y="4948037"/>
            <a:ext cx="5551227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1250" b="true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22952" y="6129137"/>
            <a:ext cx="555122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Etichetta del dato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22952" y="6643487"/>
            <a:ext cx="5194735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Breve spiegazione del numero e della sua fonte.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72902" y="4948037"/>
            <a:ext cx="5551227" cy="1006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125"/>
              </a:lnSpc>
            </a:pPr>
            <a:r>
              <a:rPr lang="en-US" sz="11250" b="true">
                <a:solidFill>
                  <a:srgbClr val="00B8B5"/>
                </a:solidFill>
                <a:latin typeface="Arimo Bold"/>
                <a:ea typeface="Arimo Bold"/>
                <a:cs typeface="Arimo Bold"/>
                <a:sym typeface="Arimo Bold"/>
              </a:rPr>
              <a:t>70%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72902" y="6129137"/>
            <a:ext cx="5551227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Etichetta del dato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2902" y="6643487"/>
            <a:ext cx="5194735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Breve spiegazione del numero e della sua fonte.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FC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4726877"/>
            <a:ext cx="8435978" cy="181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09"/>
              </a:lnSpc>
            </a:pPr>
            <a:r>
              <a:rPr lang="en-US" b="true" sz="25500" spc="-600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78%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550403" y="3569589"/>
            <a:ext cx="843597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IL DATO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50403" y="4122039"/>
            <a:ext cx="8435978" cy="566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3"/>
              </a:lnSpc>
            </a:pPr>
            <a:r>
              <a:rPr lang="en-US" sz="39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Che cosa misura questo numero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50403" y="4882105"/>
            <a:ext cx="7895911" cy="1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0403" y="6558505"/>
            <a:ext cx="8435978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1A1A1A">
                    <a:alpha val="6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Fonte: indicare qui la fonte del dato.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RISULTATI DELLA CLASSE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3606803"/>
            <a:ext cx="1755581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Prima voce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607828" y="3597278"/>
            <a:ext cx="683219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85%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47750" y="4105275"/>
            <a:ext cx="16192500" cy="266700"/>
            <a:chOff x="0" y="0"/>
            <a:chExt cx="21590000" cy="355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0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590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412200" y="0"/>
                  </a:lnTo>
                  <a:cubicBezTo>
                    <a:pt x="21510371" y="0"/>
                    <a:pt x="21590000" y="79629"/>
                    <a:pt x="21590000" y="177800"/>
                  </a:cubicBezTo>
                  <a:cubicBezTo>
                    <a:pt x="21590000" y="275971"/>
                    <a:pt x="21510371" y="355600"/>
                    <a:pt x="214122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047750" y="4105275"/>
            <a:ext cx="13763625" cy="266700"/>
            <a:chOff x="0" y="0"/>
            <a:chExt cx="18351500" cy="355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351500" cy="355600"/>
            </a:xfrm>
            <a:custGeom>
              <a:avLst/>
              <a:gdLst/>
              <a:ahLst/>
              <a:cxnLst/>
              <a:rect r="r" b="b" t="t" l="l"/>
              <a:pathLst>
                <a:path h="355600" w="183515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8173700" y="0"/>
                  </a:lnTo>
                  <a:cubicBezTo>
                    <a:pt x="18271871" y="0"/>
                    <a:pt x="18351500" y="79629"/>
                    <a:pt x="18351500" y="177800"/>
                  </a:cubicBezTo>
                  <a:cubicBezTo>
                    <a:pt x="18351500" y="275971"/>
                    <a:pt x="18271871" y="355600"/>
                    <a:pt x="181737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73153" y="4816478"/>
            <a:ext cx="2244757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Seconda voce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98455" y="4806953"/>
            <a:ext cx="692591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64%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750" y="5314950"/>
            <a:ext cx="16192500" cy="266700"/>
            <a:chOff x="0" y="0"/>
            <a:chExt cx="21590000" cy="355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590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590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412200" y="0"/>
                  </a:lnTo>
                  <a:cubicBezTo>
                    <a:pt x="21510371" y="0"/>
                    <a:pt x="21590000" y="79629"/>
                    <a:pt x="21590000" y="177800"/>
                  </a:cubicBezTo>
                  <a:cubicBezTo>
                    <a:pt x="21590000" y="275971"/>
                    <a:pt x="21510371" y="355600"/>
                    <a:pt x="214122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7750" y="5314950"/>
            <a:ext cx="10363200" cy="266700"/>
            <a:chOff x="0" y="0"/>
            <a:chExt cx="13817600" cy="35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817600" cy="355600"/>
            </a:xfrm>
            <a:custGeom>
              <a:avLst/>
              <a:gdLst/>
              <a:ahLst/>
              <a:cxnLst/>
              <a:rect r="r" b="b" t="t" l="l"/>
              <a:pathLst>
                <a:path h="355600" w="13817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13639800" y="0"/>
                  </a:lnTo>
                  <a:cubicBezTo>
                    <a:pt x="13737971" y="0"/>
                    <a:pt x="13817600" y="79629"/>
                    <a:pt x="13817600" y="177800"/>
                  </a:cubicBezTo>
                  <a:cubicBezTo>
                    <a:pt x="13817600" y="275971"/>
                    <a:pt x="13737971" y="355600"/>
                    <a:pt x="136398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FF842F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3153" y="6026153"/>
            <a:ext cx="1730864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Terza voce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641166" y="6016628"/>
            <a:ext cx="649881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47%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47750" y="6524625"/>
            <a:ext cx="16192500" cy="266700"/>
            <a:chOff x="0" y="0"/>
            <a:chExt cx="21590000" cy="355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590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590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412200" y="0"/>
                  </a:lnTo>
                  <a:cubicBezTo>
                    <a:pt x="21510371" y="0"/>
                    <a:pt x="21590000" y="79629"/>
                    <a:pt x="21590000" y="177800"/>
                  </a:cubicBezTo>
                  <a:cubicBezTo>
                    <a:pt x="21590000" y="275971"/>
                    <a:pt x="21510371" y="355600"/>
                    <a:pt x="214122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47750" y="6524625"/>
            <a:ext cx="7610475" cy="266700"/>
            <a:chOff x="0" y="0"/>
            <a:chExt cx="10147300" cy="355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147300" cy="355600"/>
            </a:xfrm>
            <a:custGeom>
              <a:avLst/>
              <a:gdLst/>
              <a:ahLst/>
              <a:cxnLst/>
              <a:rect r="r" b="b" t="t" l="l"/>
              <a:pathLst>
                <a:path h="355600" w="101473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9969500" y="0"/>
                  </a:lnTo>
                  <a:cubicBezTo>
                    <a:pt x="10067671" y="0"/>
                    <a:pt x="10147300" y="79629"/>
                    <a:pt x="10147300" y="177800"/>
                  </a:cubicBezTo>
                  <a:cubicBezTo>
                    <a:pt x="10147300" y="275971"/>
                    <a:pt x="10067671" y="355600"/>
                    <a:pt x="99695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00B8B5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3153" y="7235828"/>
            <a:ext cx="1930756" cy="358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Quarta voce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13638" y="7226303"/>
            <a:ext cx="677418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30%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047750" y="7734300"/>
            <a:ext cx="16192500" cy="266700"/>
            <a:chOff x="0" y="0"/>
            <a:chExt cx="21590000" cy="35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1590000" cy="355600"/>
            </a:xfrm>
            <a:custGeom>
              <a:avLst/>
              <a:gdLst/>
              <a:ahLst/>
              <a:cxnLst/>
              <a:rect r="r" b="b" t="t" l="l"/>
              <a:pathLst>
                <a:path h="355600" w="21590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21412200" y="0"/>
                  </a:lnTo>
                  <a:cubicBezTo>
                    <a:pt x="21510371" y="0"/>
                    <a:pt x="21590000" y="79629"/>
                    <a:pt x="21590000" y="177800"/>
                  </a:cubicBezTo>
                  <a:cubicBezTo>
                    <a:pt x="21590000" y="275971"/>
                    <a:pt x="21510371" y="355600"/>
                    <a:pt x="214122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47750" y="7734300"/>
            <a:ext cx="4857750" cy="266700"/>
            <a:chOff x="0" y="0"/>
            <a:chExt cx="6477000" cy="3556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77000" cy="355600"/>
            </a:xfrm>
            <a:custGeom>
              <a:avLst/>
              <a:gdLst/>
              <a:ahLst/>
              <a:cxnLst/>
              <a:rect r="r" b="b" t="t" l="l"/>
              <a:pathLst>
                <a:path h="355600" w="64770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lnTo>
                    <a:pt x="6299200" y="0"/>
                  </a:lnTo>
                  <a:cubicBezTo>
                    <a:pt x="6397371" y="0"/>
                    <a:pt x="6477000" y="79629"/>
                    <a:pt x="6477000" y="177800"/>
                  </a:cubicBezTo>
                  <a:cubicBezTo>
                    <a:pt x="6477000" y="275971"/>
                    <a:pt x="6397371" y="355600"/>
                    <a:pt x="629920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DATI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ANDAMENTO PER PERIODO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8743950"/>
            <a:ext cx="16192500" cy="28575"/>
            <a:chOff x="0" y="0"/>
            <a:chExt cx="21590000" cy="38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38100"/>
            </a:xfrm>
            <a:custGeom>
              <a:avLst/>
              <a:gdLst/>
              <a:ahLst/>
              <a:cxnLst/>
              <a:rect r="r" b="b" t="t" l="l"/>
              <a:pathLst>
                <a:path h="381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095595" y="6569078"/>
            <a:ext cx="32989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32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7029450"/>
            <a:ext cx="2349398" cy="1714500"/>
            <a:chOff x="0" y="0"/>
            <a:chExt cx="3132531" cy="228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32582" cy="2286000"/>
            </a:xfrm>
            <a:custGeom>
              <a:avLst/>
              <a:gdLst/>
              <a:ahLst/>
              <a:cxnLst/>
              <a:rect r="r" b="b" t="t" l="l"/>
              <a:pathLst>
                <a:path h="2286000" w="3132582">
                  <a:moveTo>
                    <a:pt x="203200" y="0"/>
                  </a:moveTo>
                  <a:lnTo>
                    <a:pt x="2929382" y="0"/>
                  </a:lnTo>
                  <a:cubicBezTo>
                    <a:pt x="3041650" y="0"/>
                    <a:pt x="3132582" y="90932"/>
                    <a:pt x="3132582" y="203200"/>
                  </a:cubicBezTo>
                  <a:lnTo>
                    <a:pt x="3132582" y="2286000"/>
                  </a:lnTo>
                  <a:lnTo>
                    <a:pt x="0" y="22860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4857102" y="5807078"/>
            <a:ext cx="344043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48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816248" y="6267450"/>
            <a:ext cx="2349551" cy="2476500"/>
            <a:chOff x="0" y="0"/>
            <a:chExt cx="3132734" cy="3302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2709" cy="3302000"/>
            </a:xfrm>
            <a:custGeom>
              <a:avLst/>
              <a:gdLst/>
              <a:ahLst/>
              <a:cxnLst/>
              <a:rect r="r" b="b" t="t" l="l"/>
              <a:pathLst>
                <a:path h="3302000" w="3132709">
                  <a:moveTo>
                    <a:pt x="203200" y="0"/>
                  </a:moveTo>
                  <a:lnTo>
                    <a:pt x="2929509" y="0"/>
                  </a:lnTo>
                  <a:cubicBezTo>
                    <a:pt x="3041777" y="0"/>
                    <a:pt x="3132709" y="90932"/>
                    <a:pt x="3132709" y="203200"/>
                  </a:cubicBezTo>
                  <a:lnTo>
                    <a:pt x="3132709" y="3302000"/>
                  </a:lnTo>
                  <a:lnTo>
                    <a:pt x="0" y="33020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656414" y="5140328"/>
            <a:ext cx="28257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61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6584899" y="5600700"/>
            <a:ext cx="2349551" cy="3143250"/>
            <a:chOff x="0" y="0"/>
            <a:chExt cx="3132734" cy="419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132709" cy="4191000"/>
            </a:xfrm>
            <a:custGeom>
              <a:avLst/>
              <a:gdLst/>
              <a:ahLst/>
              <a:cxnLst/>
              <a:rect r="r" b="b" t="t" l="l"/>
              <a:pathLst>
                <a:path h="4191000" w="3132709">
                  <a:moveTo>
                    <a:pt x="203200" y="0"/>
                  </a:moveTo>
                  <a:lnTo>
                    <a:pt x="2929509" y="0"/>
                  </a:lnTo>
                  <a:cubicBezTo>
                    <a:pt x="3041777" y="0"/>
                    <a:pt x="3132709" y="90932"/>
                    <a:pt x="3132709" y="203200"/>
                  </a:cubicBezTo>
                  <a:lnTo>
                    <a:pt x="3132709" y="4191000"/>
                  </a:lnTo>
                  <a:lnTo>
                    <a:pt x="0" y="41910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399319" y="5426078"/>
            <a:ext cx="33391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55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353550" y="5886450"/>
            <a:ext cx="2349398" cy="2857500"/>
            <a:chOff x="0" y="0"/>
            <a:chExt cx="3132531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32582" cy="3810000"/>
            </a:xfrm>
            <a:custGeom>
              <a:avLst/>
              <a:gdLst/>
              <a:ahLst/>
              <a:cxnLst/>
              <a:rect r="r" b="b" t="t" l="l"/>
              <a:pathLst>
                <a:path h="3810000" w="3132582">
                  <a:moveTo>
                    <a:pt x="203200" y="0"/>
                  </a:moveTo>
                  <a:lnTo>
                    <a:pt x="2929382" y="0"/>
                  </a:lnTo>
                  <a:cubicBezTo>
                    <a:pt x="3041650" y="0"/>
                    <a:pt x="3132582" y="90932"/>
                    <a:pt x="3132582" y="203200"/>
                  </a:cubicBezTo>
                  <a:lnTo>
                    <a:pt x="3132582" y="3810000"/>
                  </a:lnTo>
                  <a:lnTo>
                    <a:pt x="0" y="38100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3177495" y="4568828"/>
            <a:ext cx="314868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72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2048" y="5029200"/>
            <a:ext cx="2349551" cy="3714750"/>
            <a:chOff x="0" y="0"/>
            <a:chExt cx="3132734" cy="495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32709" cy="4953000"/>
            </a:xfrm>
            <a:custGeom>
              <a:avLst/>
              <a:gdLst/>
              <a:ahLst/>
              <a:cxnLst/>
              <a:rect r="r" b="b" t="t" l="l"/>
              <a:pathLst>
                <a:path h="4953000" w="3132709">
                  <a:moveTo>
                    <a:pt x="203200" y="0"/>
                  </a:moveTo>
                  <a:lnTo>
                    <a:pt x="2929509" y="0"/>
                  </a:lnTo>
                  <a:cubicBezTo>
                    <a:pt x="3041777" y="0"/>
                    <a:pt x="3132709" y="90932"/>
                    <a:pt x="3132709" y="203200"/>
                  </a:cubicBezTo>
                  <a:lnTo>
                    <a:pt x="3132709" y="4953000"/>
                  </a:lnTo>
                  <a:lnTo>
                    <a:pt x="0" y="49530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931105" y="6188078"/>
            <a:ext cx="344786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40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890699" y="6648450"/>
            <a:ext cx="2349551" cy="2095500"/>
            <a:chOff x="0" y="0"/>
            <a:chExt cx="3132734" cy="2794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2709" cy="2794000"/>
            </a:xfrm>
            <a:custGeom>
              <a:avLst/>
              <a:gdLst/>
              <a:ahLst/>
              <a:cxnLst/>
              <a:rect r="r" b="b" t="t" l="l"/>
              <a:pathLst>
                <a:path h="2794000" w="3132709">
                  <a:moveTo>
                    <a:pt x="203200" y="0"/>
                  </a:moveTo>
                  <a:lnTo>
                    <a:pt x="2929509" y="0"/>
                  </a:lnTo>
                  <a:cubicBezTo>
                    <a:pt x="3041777" y="0"/>
                    <a:pt x="3132709" y="90932"/>
                    <a:pt x="3132709" y="203200"/>
                  </a:cubicBezTo>
                  <a:lnTo>
                    <a:pt x="3132709" y="2794000"/>
                  </a:lnTo>
                  <a:lnTo>
                    <a:pt x="0" y="2794000"/>
                  </a:lnTo>
                  <a:lnTo>
                    <a:pt x="0" y="203200"/>
                  </a:lnTo>
                  <a:cubicBezTo>
                    <a:pt x="0" y="90932"/>
                    <a:pt x="90932" y="0"/>
                    <a:pt x="203200" y="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55681" y="9207503"/>
            <a:ext cx="2533545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 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724170" y="9207503"/>
            <a:ext cx="2533707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 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92821" y="9207503"/>
            <a:ext cx="2533707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 3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61481" y="9207503"/>
            <a:ext cx="2533545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 4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29970" y="9207503"/>
            <a:ext cx="2533707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 5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798621" y="9207503"/>
            <a:ext cx="2533707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Voce 6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PROSPETTO VALUTAZIONI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733675"/>
            <a:ext cx="6477000" cy="28575"/>
            <a:chOff x="0" y="0"/>
            <a:chExt cx="8636000" cy="38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636000" cy="38100"/>
            </a:xfrm>
            <a:custGeom>
              <a:avLst/>
              <a:gdLst/>
              <a:ahLst/>
              <a:cxnLst/>
              <a:rect r="r" b="b" t="t" l="l"/>
              <a:pathLst>
                <a:path h="381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263653" y="2216153"/>
            <a:ext cx="146860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STUDENTE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524750" y="2733675"/>
            <a:ext cx="3238500" cy="28575"/>
            <a:chOff x="0" y="0"/>
            <a:chExt cx="4318000" cy="38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318000" cy="38100"/>
            </a:xfrm>
            <a:custGeom>
              <a:avLst/>
              <a:gdLst/>
              <a:ahLst/>
              <a:cxnLst/>
              <a:rect r="r" b="b" t="t" l="l"/>
              <a:pathLst>
                <a:path h="381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7740653" y="2216153"/>
            <a:ext cx="1175395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SCRITTO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763250" y="2733675"/>
            <a:ext cx="3238500" cy="28575"/>
            <a:chOff x="0" y="0"/>
            <a:chExt cx="431800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18000" cy="38100"/>
            </a:xfrm>
            <a:custGeom>
              <a:avLst/>
              <a:gdLst/>
              <a:ahLst/>
              <a:cxnLst/>
              <a:rect r="r" b="b" t="t" l="l"/>
              <a:pathLst>
                <a:path h="381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0979153" y="2216153"/>
            <a:ext cx="89247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ORALE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4001750" y="2733675"/>
            <a:ext cx="3238500" cy="28575"/>
            <a:chOff x="0" y="0"/>
            <a:chExt cx="4318000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318000" cy="38100"/>
            </a:xfrm>
            <a:custGeom>
              <a:avLst/>
              <a:gdLst/>
              <a:ahLst/>
              <a:cxnLst/>
              <a:rect r="r" b="b" t="t" l="l"/>
              <a:pathLst>
                <a:path h="381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4217653" y="2216153"/>
            <a:ext cx="896941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1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MEDIA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3638550"/>
            <a:ext cx="6477000" cy="19050"/>
            <a:chOff x="0" y="0"/>
            <a:chExt cx="863600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36000" cy="25400"/>
            </a:xfrm>
            <a:custGeom>
              <a:avLst/>
              <a:gdLst/>
              <a:ahLst/>
              <a:cxnLst/>
              <a:rect r="r" b="b" t="t" l="l"/>
              <a:pathLst>
                <a:path h="254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263653" y="3044828"/>
            <a:ext cx="6239513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Nome Cognome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24750" y="3638550"/>
            <a:ext cx="3238500" cy="19050"/>
            <a:chOff x="0" y="0"/>
            <a:chExt cx="4318000" cy="25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7740653" y="304482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 / 10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63250" y="3638550"/>
            <a:ext cx="3238500" cy="19050"/>
            <a:chOff x="0" y="0"/>
            <a:chExt cx="4318000" cy="254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979153" y="304482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8 / 10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001750" y="3638550"/>
            <a:ext cx="3238500" cy="19050"/>
            <a:chOff x="0" y="0"/>
            <a:chExt cx="43180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4217653" y="3035303"/>
            <a:ext cx="2903858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7,5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47750" y="4533900"/>
            <a:ext cx="6477000" cy="19050"/>
            <a:chOff x="0" y="0"/>
            <a:chExt cx="8636000" cy="25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6000" cy="25400"/>
            </a:xfrm>
            <a:custGeom>
              <a:avLst/>
              <a:gdLst/>
              <a:ahLst/>
              <a:cxnLst/>
              <a:rect r="r" b="b" t="t" l="l"/>
              <a:pathLst>
                <a:path h="254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263653" y="3940178"/>
            <a:ext cx="6239513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Nome Cognome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524750" y="4533900"/>
            <a:ext cx="3238500" cy="19050"/>
            <a:chOff x="0" y="0"/>
            <a:chExt cx="4318000" cy="25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7740653" y="394017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 / 10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0763250" y="4533900"/>
            <a:ext cx="3238500" cy="19050"/>
            <a:chOff x="0" y="0"/>
            <a:chExt cx="4318000" cy="25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0979153" y="394017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7 / 10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4001750" y="4533900"/>
            <a:ext cx="3238500" cy="19050"/>
            <a:chOff x="0" y="0"/>
            <a:chExt cx="4318000" cy="25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217653" y="3930653"/>
            <a:ext cx="2903858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6,5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047750" y="5429250"/>
            <a:ext cx="6477000" cy="19050"/>
            <a:chOff x="0" y="0"/>
            <a:chExt cx="8636000" cy="254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636000" cy="25400"/>
            </a:xfrm>
            <a:custGeom>
              <a:avLst/>
              <a:gdLst/>
              <a:ahLst/>
              <a:cxnLst/>
              <a:rect r="r" b="b" t="t" l="l"/>
              <a:pathLst>
                <a:path h="254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1263653" y="4835528"/>
            <a:ext cx="6239513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Nome Cognome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7524750" y="5429250"/>
            <a:ext cx="3238500" cy="19050"/>
            <a:chOff x="0" y="0"/>
            <a:chExt cx="4318000" cy="25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4" id="44"/>
          <p:cNvSpPr txBox="true"/>
          <p:nvPr/>
        </p:nvSpPr>
        <p:spPr>
          <a:xfrm rot="0">
            <a:off x="7740653" y="483552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9 / 10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0763250" y="5429250"/>
            <a:ext cx="3238500" cy="19050"/>
            <a:chOff x="0" y="0"/>
            <a:chExt cx="4318000" cy="25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0979153" y="483552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8 / 10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4001750" y="5429250"/>
            <a:ext cx="3238500" cy="19050"/>
            <a:chOff x="0" y="0"/>
            <a:chExt cx="4318000" cy="254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4217653" y="4826003"/>
            <a:ext cx="2903858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8,5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1047750" y="6324600"/>
            <a:ext cx="6477000" cy="19050"/>
            <a:chOff x="0" y="0"/>
            <a:chExt cx="8636000" cy="25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636000" cy="25400"/>
            </a:xfrm>
            <a:custGeom>
              <a:avLst/>
              <a:gdLst/>
              <a:ahLst/>
              <a:cxnLst/>
              <a:rect r="r" b="b" t="t" l="l"/>
              <a:pathLst>
                <a:path h="25400" w="8636000">
                  <a:moveTo>
                    <a:pt x="0" y="0"/>
                  </a:moveTo>
                  <a:lnTo>
                    <a:pt x="8636000" y="0"/>
                  </a:lnTo>
                  <a:lnTo>
                    <a:pt x="863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3" id="53"/>
          <p:cNvSpPr txBox="true"/>
          <p:nvPr/>
        </p:nvSpPr>
        <p:spPr>
          <a:xfrm rot="0">
            <a:off x="1263653" y="5730878"/>
            <a:ext cx="6239513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Nome Cognome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7524750" y="6324600"/>
            <a:ext cx="3238500" cy="19050"/>
            <a:chOff x="0" y="0"/>
            <a:chExt cx="4318000" cy="25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6" id="56"/>
          <p:cNvSpPr txBox="true"/>
          <p:nvPr/>
        </p:nvSpPr>
        <p:spPr>
          <a:xfrm rot="0">
            <a:off x="7740653" y="573087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5 / 10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0763250" y="6324600"/>
            <a:ext cx="3238500" cy="19050"/>
            <a:chOff x="0" y="0"/>
            <a:chExt cx="4318000" cy="254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10979153" y="573087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6 / 10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4001750" y="6324600"/>
            <a:ext cx="3238500" cy="19050"/>
            <a:chOff x="0" y="0"/>
            <a:chExt cx="4318000" cy="254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4318000" cy="25400"/>
            </a:xfrm>
            <a:custGeom>
              <a:avLst/>
              <a:gdLst/>
              <a:ahLst/>
              <a:cxnLst/>
              <a:rect r="r" b="b" t="t" l="l"/>
              <a:pathLst>
                <a:path h="254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14217653" y="5721353"/>
            <a:ext cx="2903858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5,5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63653" y="6626228"/>
            <a:ext cx="6239513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Nome Cognome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740653" y="662622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8 / 10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979153" y="6626228"/>
            <a:ext cx="2903858" cy="33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9 / 10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217653" y="6616703"/>
            <a:ext cx="2903858" cy="349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8,5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IL PERCORSO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QUATTRO TAPPE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4763538"/>
            <a:ext cx="16192500" cy="57150"/>
            <a:chOff x="0" y="0"/>
            <a:chExt cx="21590000" cy="76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76200"/>
            </a:xfrm>
            <a:custGeom>
              <a:avLst/>
              <a:gdLst/>
              <a:ahLst/>
              <a:cxnLst/>
              <a:rect r="r" b="b" t="t" l="l"/>
              <a:pathLst>
                <a:path h="76200" w="215900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21551900" y="0"/>
                  </a:lnTo>
                  <a:cubicBezTo>
                    <a:pt x="21572982" y="0"/>
                    <a:pt x="21590000" y="17018"/>
                    <a:pt x="21590000" y="38100"/>
                  </a:cubicBezTo>
                  <a:cubicBezTo>
                    <a:pt x="21590000" y="59182"/>
                    <a:pt x="21572982" y="76200"/>
                    <a:pt x="215519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47750" y="4763538"/>
            <a:ext cx="4048125" cy="57150"/>
            <a:chOff x="0" y="0"/>
            <a:chExt cx="53975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397500" cy="76200"/>
            </a:xfrm>
            <a:custGeom>
              <a:avLst/>
              <a:gdLst/>
              <a:ahLst/>
              <a:cxnLst/>
              <a:rect r="r" b="b" t="t" l="l"/>
              <a:pathLst>
                <a:path h="76200" w="5397500">
                  <a:moveTo>
                    <a:pt x="0" y="38100"/>
                  </a:moveTo>
                  <a:cubicBezTo>
                    <a:pt x="0" y="17018"/>
                    <a:pt x="17018" y="0"/>
                    <a:pt x="38100" y="0"/>
                  </a:cubicBezTo>
                  <a:lnTo>
                    <a:pt x="5359400" y="0"/>
                  </a:lnTo>
                  <a:cubicBezTo>
                    <a:pt x="5380482" y="0"/>
                    <a:pt x="5397500" y="17018"/>
                    <a:pt x="5397500" y="38100"/>
                  </a:cubicBezTo>
                  <a:cubicBezTo>
                    <a:pt x="5397500" y="59182"/>
                    <a:pt x="5380482" y="76200"/>
                    <a:pt x="5359400" y="76200"/>
                  </a:cubicBezTo>
                  <a:lnTo>
                    <a:pt x="38100" y="76200"/>
                  </a:lnTo>
                  <a:cubicBezTo>
                    <a:pt x="17018" y="76200"/>
                    <a:pt x="0" y="59182"/>
                    <a:pt x="0" y="381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7750" y="5201688"/>
            <a:ext cx="266700" cy="266700"/>
            <a:chOff x="0" y="0"/>
            <a:chExt cx="355600" cy="355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cubicBezTo>
                    <a:pt x="275971" y="0"/>
                    <a:pt x="355600" y="79629"/>
                    <a:pt x="355600" y="177800"/>
                  </a:cubicBezTo>
                  <a:cubicBezTo>
                    <a:pt x="355600" y="275971"/>
                    <a:pt x="275971" y="355600"/>
                    <a:pt x="177800" y="355600"/>
                  </a:cubicBez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153" y="5627141"/>
            <a:ext cx="405638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TAPPA 01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3153" y="6046241"/>
            <a:ext cx="4056383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tappa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3153" y="6535741"/>
            <a:ext cx="3795017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200650" y="5201688"/>
            <a:ext cx="266700" cy="266700"/>
            <a:chOff x="0" y="0"/>
            <a:chExt cx="355600" cy="355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cubicBezTo>
                    <a:pt x="275971" y="0"/>
                    <a:pt x="355600" y="79629"/>
                    <a:pt x="355600" y="177800"/>
                  </a:cubicBezTo>
                  <a:cubicBezTo>
                    <a:pt x="355600" y="275971"/>
                    <a:pt x="275971" y="355600"/>
                    <a:pt x="177800" y="355600"/>
                  </a:cubicBez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5226053" y="5627141"/>
            <a:ext cx="405638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TAPPA 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6053" y="6046241"/>
            <a:ext cx="4056383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tappa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26053" y="6535741"/>
            <a:ext cx="3795017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353550" y="5201688"/>
            <a:ext cx="266700" cy="266700"/>
            <a:chOff x="0" y="0"/>
            <a:chExt cx="355600" cy="355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cubicBezTo>
                    <a:pt x="275971" y="0"/>
                    <a:pt x="355600" y="79629"/>
                    <a:pt x="355600" y="177800"/>
                  </a:cubicBezTo>
                  <a:cubicBezTo>
                    <a:pt x="355600" y="275971"/>
                    <a:pt x="275971" y="355600"/>
                    <a:pt x="177800" y="355600"/>
                  </a:cubicBez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378953" y="5627141"/>
            <a:ext cx="405638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TAPPA 03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378953" y="6046241"/>
            <a:ext cx="4056383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tappa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8953" y="6535741"/>
            <a:ext cx="3795017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3506450" y="5201688"/>
            <a:ext cx="266700" cy="266700"/>
            <a:chOff x="0" y="0"/>
            <a:chExt cx="355600" cy="355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" cy="355600"/>
            </a:xfrm>
            <a:custGeom>
              <a:avLst/>
              <a:gdLst/>
              <a:ahLst/>
              <a:cxnLst/>
              <a:rect r="r" b="b" t="t" l="l"/>
              <a:pathLst>
                <a:path h="355600" w="355600">
                  <a:moveTo>
                    <a:pt x="0" y="177800"/>
                  </a:moveTo>
                  <a:cubicBezTo>
                    <a:pt x="0" y="79629"/>
                    <a:pt x="79629" y="0"/>
                    <a:pt x="177800" y="0"/>
                  </a:cubicBezTo>
                  <a:cubicBezTo>
                    <a:pt x="275971" y="0"/>
                    <a:pt x="355600" y="79629"/>
                    <a:pt x="355600" y="177800"/>
                  </a:cubicBezTo>
                  <a:cubicBezTo>
                    <a:pt x="355600" y="275971"/>
                    <a:pt x="275971" y="355600"/>
                    <a:pt x="177800" y="355600"/>
                  </a:cubicBezTo>
                  <a:cubicBezTo>
                    <a:pt x="79629" y="355600"/>
                    <a:pt x="0" y="275971"/>
                    <a:pt x="0" y="1778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531853" y="5627141"/>
            <a:ext cx="405638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TAPPA 04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31853" y="6046241"/>
            <a:ext cx="4056383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7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tappa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531853" y="6535741"/>
            <a:ext cx="3795017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CRONOLOGIA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981200"/>
            <a:ext cx="38100" cy="914400"/>
            <a:chOff x="0" y="0"/>
            <a:chExt cx="50800" cy="12192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530353" y="2216153"/>
            <a:ext cx="22542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1265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083053" y="2178053"/>
            <a:ext cx="13527281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Descrizione dell'evento, lorem ipsum dolor sit amet consectetur.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47750" y="2895600"/>
            <a:ext cx="38100" cy="914400"/>
            <a:chOff x="0" y="0"/>
            <a:chExt cx="508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530353" y="3130553"/>
            <a:ext cx="22542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1300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83053" y="3092453"/>
            <a:ext cx="13527281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Descrizione dell'evento, lorem ipsum dolor sit amet consectetur.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750" y="3810000"/>
            <a:ext cx="38100" cy="914400"/>
            <a:chOff x="0" y="0"/>
            <a:chExt cx="50800" cy="1219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530353" y="4044953"/>
            <a:ext cx="22542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1302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83053" y="4006853"/>
            <a:ext cx="13527281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Descrizione dell'evento, lorem ipsum dolor sit amet consectetur.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47750" y="4724400"/>
            <a:ext cx="38100" cy="914400"/>
            <a:chOff x="0" y="0"/>
            <a:chExt cx="50800" cy="12192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530353" y="4959353"/>
            <a:ext cx="22542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1315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83053" y="4921253"/>
            <a:ext cx="13527281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Descrizione dell'evento, lorem ipsum dolor sit amet consectetur.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" y="5638800"/>
            <a:ext cx="38100" cy="914400"/>
            <a:chOff x="0" y="0"/>
            <a:chExt cx="50800" cy="1219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08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50800">
                  <a:moveTo>
                    <a:pt x="0" y="0"/>
                  </a:moveTo>
                  <a:lnTo>
                    <a:pt x="50800" y="0"/>
                  </a:lnTo>
                  <a:lnTo>
                    <a:pt x="5080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530353" y="5873753"/>
            <a:ext cx="225425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1321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083053" y="5835653"/>
            <a:ext cx="13527281" cy="501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Descrizione dell'evento, lorem ipsum dolor sit amet consectetur.</a:t>
            </a:r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COME SI PROCEDE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57400"/>
            <a:ext cx="3876675" cy="7429500"/>
            <a:chOff x="0" y="0"/>
            <a:chExt cx="5168900" cy="990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689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51689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864100" y="0"/>
                  </a:lnTo>
                  <a:cubicBezTo>
                    <a:pt x="5032502" y="0"/>
                    <a:pt x="5168900" y="136525"/>
                    <a:pt x="5168900" y="304800"/>
                  </a:cubicBezTo>
                  <a:lnTo>
                    <a:pt x="5168900" y="9601200"/>
                  </a:lnTo>
                  <a:cubicBezTo>
                    <a:pt x="5168900" y="9769602"/>
                    <a:pt x="5032375" y="9906000"/>
                    <a:pt x="4864100" y="9906000"/>
                  </a:cubicBezTo>
                  <a:lnTo>
                    <a:pt x="304800" y="9906000"/>
                  </a:lnTo>
                  <a:cubicBezTo>
                    <a:pt x="136398" y="9906000"/>
                    <a:pt x="0" y="9769475"/>
                    <a:pt x="0" y="960120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16053" y="4676127"/>
            <a:ext cx="3459166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6053" y="5619102"/>
            <a:ext cx="3459166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Fase uno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16053" y="6124823"/>
            <a:ext cx="3235804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153025" y="2057400"/>
            <a:ext cx="3876675" cy="7429500"/>
            <a:chOff x="0" y="0"/>
            <a:chExt cx="5168900" cy="990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1689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51689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864100" y="0"/>
                  </a:lnTo>
                  <a:cubicBezTo>
                    <a:pt x="5032502" y="0"/>
                    <a:pt x="5168900" y="136525"/>
                    <a:pt x="5168900" y="304800"/>
                  </a:cubicBezTo>
                  <a:lnTo>
                    <a:pt x="5168900" y="9601200"/>
                  </a:lnTo>
                  <a:cubicBezTo>
                    <a:pt x="5168900" y="9769602"/>
                    <a:pt x="5032375" y="9906000"/>
                    <a:pt x="4864100" y="9906000"/>
                  </a:cubicBezTo>
                  <a:lnTo>
                    <a:pt x="304800" y="9906000"/>
                  </a:lnTo>
                  <a:cubicBezTo>
                    <a:pt x="136398" y="9906000"/>
                    <a:pt x="0" y="9769475"/>
                    <a:pt x="0" y="960120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5521328" y="4676127"/>
            <a:ext cx="3459166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521328" y="5619102"/>
            <a:ext cx="3459166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Fase due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21328" y="6124823"/>
            <a:ext cx="3235804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258300" y="2057400"/>
            <a:ext cx="3876675" cy="7429500"/>
            <a:chOff x="0" y="0"/>
            <a:chExt cx="5168900" cy="9906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1689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51689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864100" y="0"/>
                  </a:lnTo>
                  <a:cubicBezTo>
                    <a:pt x="5032502" y="0"/>
                    <a:pt x="5168900" y="136525"/>
                    <a:pt x="5168900" y="304800"/>
                  </a:cubicBezTo>
                  <a:lnTo>
                    <a:pt x="5168900" y="9601200"/>
                  </a:lnTo>
                  <a:cubicBezTo>
                    <a:pt x="5168900" y="9769602"/>
                    <a:pt x="5032375" y="9906000"/>
                    <a:pt x="4864100" y="9906000"/>
                  </a:cubicBezTo>
                  <a:lnTo>
                    <a:pt x="304800" y="9906000"/>
                  </a:lnTo>
                  <a:cubicBezTo>
                    <a:pt x="136398" y="9906000"/>
                    <a:pt x="0" y="9769475"/>
                    <a:pt x="0" y="960120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9626603" y="4676127"/>
            <a:ext cx="3459166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26603" y="5619102"/>
            <a:ext cx="3459166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5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Fase tre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26603" y="6124823"/>
            <a:ext cx="3235804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3363575" y="2057400"/>
            <a:ext cx="3876675" cy="7429500"/>
            <a:chOff x="0" y="0"/>
            <a:chExt cx="5168900" cy="9906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168900" cy="9906000"/>
            </a:xfrm>
            <a:custGeom>
              <a:avLst/>
              <a:gdLst/>
              <a:ahLst/>
              <a:cxnLst/>
              <a:rect r="r" b="b" t="t" l="l"/>
              <a:pathLst>
                <a:path h="9906000" w="51689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4864100" y="0"/>
                  </a:lnTo>
                  <a:cubicBezTo>
                    <a:pt x="5032502" y="0"/>
                    <a:pt x="5168900" y="136525"/>
                    <a:pt x="5168900" y="304800"/>
                  </a:cubicBezTo>
                  <a:lnTo>
                    <a:pt x="5168900" y="9601200"/>
                  </a:lnTo>
                  <a:cubicBezTo>
                    <a:pt x="5168900" y="9769602"/>
                    <a:pt x="5032375" y="9906000"/>
                    <a:pt x="4864100" y="9906000"/>
                  </a:cubicBezTo>
                  <a:lnTo>
                    <a:pt x="304800" y="9906000"/>
                  </a:lnTo>
                  <a:cubicBezTo>
                    <a:pt x="136398" y="9906000"/>
                    <a:pt x="0" y="9769475"/>
                    <a:pt x="0" y="96012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3731878" y="4676127"/>
            <a:ext cx="3459166" cy="739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9"/>
              </a:lnSpc>
            </a:pPr>
            <a:r>
              <a:rPr lang="en-US" sz="4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4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731878" y="5619102"/>
            <a:ext cx="3459166" cy="359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8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Fase quattro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3731878" y="6124823"/>
            <a:ext cx="3235804" cy="76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 elit.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826096" y="3538538"/>
            <a:ext cx="4158558" cy="981075"/>
            <a:chOff x="0" y="0"/>
            <a:chExt cx="5544744" cy="13081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44693" cy="1308100"/>
            </a:xfrm>
            <a:custGeom>
              <a:avLst/>
              <a:gdLst/>
              <a:ahLst/>
              <a:cxnLst/>
              <a:rect r="r" b="b" t="t" l="l"/>
              <a:pathLst>
                <a:path h="1308100" w="5544693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341493" y="0"/>
                  </a:lnTo>
                  <a:cubicBezTo>
                    <a:pt x="5453761" y="0"/>
                    <a:pt x="5544693" y="90932"/>
                    <a:pt x="5544693" y="203200"/>
                  </a:cubicBezTo>
                  <a:lnTo>
                    <a:pt x="5544693" y="1104900"/>
                  </a:lnTo>
                  <a:cubicBezTo>
                    <a:pt x="5544693" y="1217168"/>
                    <a:pt x="5453761" y="1308100"/>
                    <a:pt x="5341493" y="1308100"/>
                  </a:cubicBezTo>
                  <a:lnTo>
                    <a:pt x="203200" y="1308100"/>
                  </a:lnTo>
                  <a:cubicBezTo>
                    <a:pt x="90932" y="1308100"/>
                    <a:pt x="0" y="1217168"/>
                    <a:pt x="0" y="11049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93920" y="3859216"/>
            <a:ext cx="3622910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Livello 1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823142" y="4710112"/>
            <a:ext cx="6164466" cy="981075"/>
            <a:chOff x="0" y="0"/>
            <a:chExt cx="8219288" cy="13081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19313" cy="1308100"/>
            </a:xfrm>
            <a:custGeom>
              <a:avLst/>
              <a:gdLst/>
              <a:ahLst/>
              <a:cxnLst/>
              <a:rect r="r" b="b" t="t" l="l"/>
              <a:pathLst>
                <a:path h="1308100" w="8219313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8016113" y="0"/>
                  </a:lnTo>
                  <a:cubicBezTo>
                    <a:pt x="8128381" y="0"/>
                    <a:pt x="8219313" y="90932"/>
                    <a:pt x="8219313" y="203200"/>
                  </a:cubicBezTo>
                  <a:lnTo>
                    <a:pt x="8219313" y="1104900"/>
                  </a:lnTo>
                  <a:cubicBezTo>
                    <a:pt x="8219313" y="1217168"/>
                    <a:pt x="8128381" y="1308100"/>
                    <a:pt x="8016113" y="1308100"/>
                  </a:cubicBezTo>
                  <a:lnTo>
                    <a:pt x="203200" y="1308100"/>
                  </a:lnTo>
                  <a:cubicBezTo>
                    <a:pt x="90932" y="1308100"/>
                    <a:pt x="0" y="1217168"/>
                    <a:pt x="0" y="11049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2060877" y="5030791"/>
            <a:ext cx="5688997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Livello 2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742950" y="5881688"/>
            <a:ext cx="8324850" cy="981075"/>
            <a:chOff x="0" y="0"/>
            <a:chExt cx="11099800" cy="13081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099800" cy="1308100"/>
            </a:xfrm>
            <a:custGeom>
              <a:avLst/>
              <a:gdLst/>
              <a:ahLst/>
              <a:cxnLst/>
              <a:rect r="r" b="b" t="t" l="l"/>
              <a:pathLst>
                <a:path h="1308100" w="110998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10896600" y="0"/>
                  </a:lnTo>
                  <a:cubicBezTo>
                    <a:pt x="11008868" y="0"/>
                    <a:pt x="11099800" y="90932"/>
                    <a:pt x="11099800" y="203200"/>
                  </a:cubicBezTo>
                  <a:lnTo>
                    <a:pt x="11099800" y="1104900"/>
                  </a:lnTo>
                  <a:cubicBezTo>
                    <a:pt x="11099800" y="1217168"/>
                    <a:pt x="11008868" y="1308100"/>
                    <a:pt x="10896600" y="1308100"/>
                  </a:cubicBezTo>
                  <a:lnTo>
                    <a:pt x="203200" y="1308100"/>
                  </a:lnTo>
                  <a:cubicBezTo>
                    <a:pt x="90932" y="1308100"/>
                    <a:pt x="0" y="1217168"/>
                    <a:pt x="0" y="11049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948280" y="6202366"/>
            <a:ext cx="7914199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Livello 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50403" y="3249168"/>
            <a:ext cx="8435978" cy="55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3"/>
              </a:lnSpc>
            </a:pPr>
            <a:r>
              <a:rPr lang="en-US" sz="46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GERARCHIA DEI CONCETTI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50403" y="4040638"/>
            <a:ext cx="7895911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Livello 1 </a:t>
            </a: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— lorem ipsum dolor sit amet, consectetur adipiscing elit.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50403" y="5183638"/>
            <a:ext cx="7895911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Livello 2 </a:t>
            </a: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— sed do eiusmod tempor incididunt ut labore et dolore.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550403" y="6326638"/>
            <a:ext cx="7895911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 b="true">
                <a:solidFill>
                  <a:srgbClr val="1A1A1A"/>
                </a:solidFill>
                <a:latin typeface="Inter Bold"/>
                <a:ea typeface="Inter Bold"/>
                <a:cs typeface="Inter Bold"/>
                <a:sym typeface="Inter Bold"/>
              </a:rPr>
              <a:t>Livello 3 </a:t>
            </a: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— ut enim ad minim veniam, quis nostrud exercitation.</a:t>
            </a:r>
          </a:p>
        </p:txBody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MAPPA DEL CONCETTO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38225" y="2984154"/>
            <a:ext cx="5021161" cy="1575349"/>
            <a:chOff x="0" y="0"/>
            <a:chExt cx="6694881" cy="21004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94805" cy="2100453"/>
            </a:xfrm>
            <a:custGeom>
              <a:avLst/>
              <a:gdLst/>
              <a:ahLst/>
              <a:cxnLst/>
              <a:rect r="r" b="b" t="t" l="l"/>
              <a:pathLst>
                <a:path h="2100453" w="6694805">
                  <a:moveTo>
                    <a:pt x="0" y="308483"/>
                  </a:moveTo>
                  <a:cubicBezTo>
                    <a:pt x="0" y="138176"/>
                    <a:pt x="138176" y="0"/>
                    <a:pt x="308483" y="0"/>
                  </a:cubicBezTo>
                  <a:lnTo>
                    <a:pt x="6386322" y="0"/>
                  </a:lnTo>
                  <a:cubicBezTo>
                    <a:pt x="6556756" y="0"/>
                    <a:pt x="6694805" y="138176"/>
                    <a:pt x="6694805" y="308483"/>
                  </a:cubicBezTo>
                  <a:lnTo>
                    <a:pt x="6694805" y="1791970"/>
                  </a:lnTo>
                  <a:cubicBezTo>
                    <a:pt x="6694805" y="1962404"/>
                    <a:pt x="6556628" y="2100453"/>
                    <a:pt x="6386322" y="2100453"/>
                  </a:cubicBezTo>
                  <a:lnTo>
                    <a:pt x="308483" y="2100453"/>
                  </a:lnTo>
                  <a:cubicBezTo>
                    <a:pt x="138176" y="2100453"/>
                    <a:pt x="0" y="1962277"/>
                    <a:pt x="0" y="17919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5" r="-1" b="-12105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435103" y="3371507"/>
            <a:ext cx="4655239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Ramo 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35103" y="3819182"/>
            <a:ext cx="465523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392761" y="4251131"/>
            <a:ext cx="5502326" cy="2965847"/>
            <a:chOff x="0" y="0"/>
            <a:chExt cx="7336434" cy="395446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336409" cy="3954399"/>
            </a:xfrm>
            <a:custGeom>
              <a:avLst/>
              <a:gdLst/>
              <a:ahLst/>
              <a:cxnLst/>
              <a:rect r="r" b="b" t="t" l="l"/>
              <a:pathLst>
                <a:path h="3954399" w="7336409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7031609" y="0"/>
                  </a:lnTo>
                  <a:cubicBezTo>
                    <a:pt x="7200011" y="0"/>
                    <a:pt x="7336409" y="136525"/>
                    <a:pt x="7336409" y="304800"/>
                  </a:cubicBezTo>
                  <a:lnTo>
                    <a:pt x="7336409" y="3649599"/>
                  </a:lnTo>
                  <a:cubicBezTo>
                    <a:pt x="7336409" y="3818001"/>
                    <a:pt x="7199884" y="3954399"/>
                    <a:pt x="7031609" y="3954399"/>
                  </a:cubicBezTo>
                  <a:lnTo>
                    <a:pt x="304800" y="3954399"/>
                  </a:lnTo>
                  <a:cubicBezTo>
                    <a:pt x="136398" y="3954399"/>
                    <a:pt x="0" y="3817874"/>
                    <a:pt x="0" y="3649599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8335804" y="4752775"/>
            <a:ext cx="1616107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 spc="299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CONCETTO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497928" y="5248075"/>
            <a:ext cx="3291850" cy="522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17"/>
              </a:lnSpc>
            </a:pPr>
            <a:r>
              <a:rPr lang="en-US" sz="39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Idea centrale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767303" y="5926141"/>
            <a:ext cx="4753251" cy="80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9"/>
              </a:lnSpc>
            </a:pPr>
            <a:r>
              <a:rPr lang="en-US" sz="21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2228462" y="2984154"/>
            <a:ext cx="5021313" cy="1575349"/>
            <a:chOff x="0" y="0"/>
            <a:chExt cx="6695084" cy="21004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95059" cy="2100453"/>
            </a:xfrm>
            <a:custGeom>
              <a:avLst/>
              <a:gdLst/>
              <a:ahLst/>
              <a:cxnLst/>
              <a:rect r="r" b="b" t="t" l="l"/>
              <a:pathLst>
                <a:path h="2100453" w="6695059">
                  <a:moveTo>
                    <a:pt x="0" y="308483"/>
                  </a:moveTo>
                  <a:cubicBezTo>
                    <a:pt x="0" y="138176"/>
                    <a:pt x="138176" y="0"/>
                    <a:pt x="308483" y="0"/>
                  </a:cubicBezTo>
                  <a:lnTo>
                    <a:pt x="6386576" y="0"/>
                  </a:lnTo>
                  <a:cubicBezTo>
                    <a:pt x="6557010" y="0"/>
                    <a:pt x="6695059" y="138176"/>
                    <a:pt x="6695059" y="308483"/>
                  </a:cubicBezTo>
                  <a:lnTo>
                    <a:pt x="6695059" y="1791970"/>
                  </a:lnTo>
                  <a:cubicBezTo>
                    <a:pt x="6695059" y="1962404"/>
                    <a:pt x="6556883" y="2100453"/>
                    <a:pt x="6386576" y="2100453"/>
                  </a:cubicBezTo>
                  <a:lnTo>
                    <a:pt x="308483" y="2100453"/>
                  </a:lnTo>
                  <a:cubicBezTo>
                    <a:pt x="138176" y="2100453"/>
                    <a:pt x="0" y="1962277"/>
                    <a:pt x="0" y="17919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7" r="0" b="-12107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2625340" y="3371507"/>
            <a:ext cx="4655401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Ramo 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625340" y="3819182"/>
            <a:ext cx="4655401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amet.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038225" y="6908454"/>
            <a:ext cx="5021161" cy="1575349"/>
            <a:chOff x="0" y="0"/>
            <a:chExt cx="6694881" cy="21004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694805" cy="2100453"/>
            </a:xfrm>
            <a:custGeom>
              <a:avLst/>
              <a:gdLst/>
              <a:ahLst/>
              <a:cxnLst/>
              <a:rect r="r" b="b" t="t" l="l"/>
              <a:pathLst>
                <a:path h="2100453" w="6694805">
                  <a:moveTo>
                    <a:pt x="0" y="308483"/>
                  </a:moveTo>
                  <a:cubicBezTo>
                    <a:pt x="0" y="138176"/>
                    <a:pt x="138176" y="0"/>
                    <a:pt x="308483" y="0"/>
                  </a:cubicBezTo>
                  <a:lnTo>
                    <a:pt x="6386322" y="0"/>
                  </a:lnTo>
                  <a:cubicBezTo>
                    <a:pt x="6556756" y="0"/>
                    <a:pt x="6694805" y="138176"/>
                    <a:pt x="6694805" y="308483"/>
                  </a:cubicBezTo>
                  <a:lnTo>
                    <a:pt x="6694805" y="1791970"/>
                  </a:lnTo>
                  <a:cubicBezTo>
                    <a:pt x="6694805" y="1962404"/>
                    <a:pt x="6556628" y="2100453"/>
                    <a:pt x="6386322" y="2100453"/>
                  </a:cubicBezTo>
                  <a:lnTo>
                    <a:pt x="308483" y="2100453"/>
                  </a:lnTo>
                  <a:cubicBezTo>
                    <a:pt x="138176" y="2100453"/>
                    <a:pt x="0" y="1962277"/>
                    <a:pt x="0" y="17919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5" r="-1" b="-12105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1435103" y="7295807"/>
            <a:ext cx="4655239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Ramo C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35103" y="7743482"/>
            <a:ext cx="4655239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228462" y="6908454"/>
            <a:ext cx="5021313" cy="1575349"/>
            <a:chOff x="0" y="0"/>
            <a:chExt cx="6695084" cy="21004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695059" cy="2100453"/>
            </a:xfrm>
            <a:custGeom>
              <a:avLst/>
              <a:gdLst/>
              <a:ahLst/>
              <a:cxnLst/>
              <a:rect r="r" b="b" t="t" l="l"/>
              <a:pathLst>
                <a:path h="2100453" w="6695059">
                  <a:moveTo>
                    <a:pt x="0" y="308483"/>
                  </a:moveTo>
                  <a:cubicBezTo>
                    <a:pt x="0" y="138176"/>
                    <a:pt x="138176" y="0"/>
                    <a:pt x="308483" y="0"/>
                  </a:cubicBezTo>
                  <a:lnTo>
                    <a:pt x="6386576" y="0"/>
                  </a:lnTo>
                  <a:cubicBezTo>
                    <a:pt x="6557010" y="0"/>
                    <a:pt x="6695059" y="138176"/>
                    <a:pt x="6695059" y="308483"/>
                  </a:cubicBezTo>
                  <a:lnTo>
                    <a:pt x="6695059" y="1791970"/>
                  </a:lnTo>
                  <a:cubicBezTo>
                    <a:pt x="6695059" y="1962404"/>
                    <a:pt x="6556883" y="2100453"/>
                    <a:pt x="6386576" y="2100453"/>
                  </a:cubicBezTo>
                  <a:lnTo>
                    <a:pt x="308483" y="2100453"/>
                  </a:lnTo>
                  <a:cubicBezTo>
                    <a:pt x="138176" y="2100453"/>
                    <a:pt x="0" y="1962277"/>
                    <a:pt x="0" y="1791970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7" r="0" b="-12107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2625340" y="7295807"/>
            <a:ext cx="4655401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Ramo 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25340" y="7743482"/>
            <a:ext cx="4655401" cy="381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7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amet.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>
  <p:cSld>
    <p:bg>
      <p:bgPr>
        <a:solidFill>
          <a:srgbClr val="ECEC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519985" y="3859216"/>
            <a:ext cx="7977911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30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TRASCINA QUI L'IMMAGINE A TUTTO SCHERMO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8010525"/>
            <a:ext cx="18288000" cy="2276475"/>
            <a:chOff x="0" y="0"/>
            <a:chExt cx="24384000" cy="30353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3035300"/>
            </a:xfrm>
            <a:custGeom>
              <a:avLst/>
              <a:gdLst/>
              <a:ahLst/>
              <a:cxnLst/>
              <a:rect r="r" b="b" t="t" l="l"/>
              <a:pathLst>
                <a:path h="30353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035300"/>
                  </a:lnTo>
                  <a:lnTo>
                    <a:pt x="0" y="3035300"/>
                  </a:ln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73153" y="8550278"/>
            <a:ext cx="1776095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75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DIDASCALIA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153" y="9083678"/>
            <a:ext cx="17760953" cy="606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25"/>
              </a:lnSpc>
            </a:pPr>
            <a:r>
              <a:rPr lang="en-US" sz="5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TITOLO SULL'IMMAGINE</a:t>
            </a:r>
          </a:p>
        </p:txBody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914400"/>
            <a:ext cx="7715250" cy="8572500"/>
            <a:chOff x="0" y="0"/>
            <a:chExt cx="10287000" cy="1143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87000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10287000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9982200" y="0"/>
                  </a:lnTo>
                  <a:cubicBezTo>
                    <a:pt x="10150475" y="0"/>
                    <a:pt x="10287000" y="136525"/>
                    <a:pt x="10287000" y="304800"/>
                  </a:cubicBezTo>
                  <a:lnTo>
                    <a:pt x="10287000" y="11125200"/>
                  </a:lnTo>
                  <a:cubicBezTo>
                    <a:pt x="10287000" y="11293475"/>
                    <a:pt x="10150475" y="11430000"/>
                    <a:pt x="9982200" y="11430000"/>
                  </a:cubicBezTo>
                  <a:lnTo>
                    <a:pt x="304800" y="11430000"/>
                  </a:lnTo>
                  <a:cubicBezTo>
                    <a:pt x="136525" y="11430000"/>
                    <a:pt x="0" y="11293475"/>
                    <a:pt x="0" y="11125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38723" y="5059366"/>
            <a:ext cx="4111714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TRASCINA QUI L'IMMAGINE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550403" y="3140221"/>
            <a:ext cx="8435978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ETICHETTA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550403" y="3768871"/>
            <a:ext cx="7895911" cy="121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26"/>
              </a:lnSpc>
            </a:pPr>
            <a:r>
              <a:rPr lang="en-US" sz="4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ACCANTO ALL'IMMAGINE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550403" y="5201193"/>
            <a:ext cx="7895911" cy="1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550403" y="6858543"/>
            <a:ext cx="8435978" cy="421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Didascalia o fonte dell'immagine.</a:t>
            </a:r>
          </a:p>
        </p:txBody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TRE ESEMPI A CONFRONTO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981200"/>
            <a:ext cx="5143500" cy="6356156"/>
            <a:chOff x="0" y="0"/>
            <a:chExt cx="6858000" cy="84748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0" cy="8474837"/>
            </a:xfrm>
            <a:custGeom>
              <a:avLst/>
              <a:gdLst/>
              <a:ahLst/>
              <a:cxnLst/>
              <a:rect r="r" b="b" t="t" l="l"/>
              <a:pathLst>
                <a:path h="8474837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8170037"/>
                  </a:lnTo>
                  <a:cubicBezTo>
                    <a:pt x="6858000" y="8338312"/>
                    <a:pt x="6721602" y="8474837"/>
                    <a:pt x="6553200" y="8474837"/>
                  </a:cubicBezTo>
                  <a:lnTo>
                    <a:pt x="304800" y="8474837"/>
                  </a:lnTo>
                  <a:cubicBezTo>
                    <a:pt x="136525" y="8474837"/>
                    <a:pt x="0" y="8338439"/>
                    <a:pt x="0" y="8170037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3001518" y="5041802"/>
            <a:ext cx="1364485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153" y="8562775"/>
            <a:ext cx="5607053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esempio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73153" y="9096175"/>
            <a:ext cx="5607053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72250" y="1981200"/>
            <a:ext cx="5143500" cy="6356156"/>
            <a:chOff x="0" y="0"/>
            <a:chExt cx="6858000" cy="84748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8474837"/>
            </a:xfrm>
            <a:custGeom>
              <a:avLst/>
              <a:gdLst/>
              <a:ahLst/>
              <a:cxnLst/>
              <a:rect r="r" b="b" t="t" l="l"/>
              <a:pathLst>
                <a:path h="8474837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8170037"/>
                  </a:lnTo>
                  <a:cubicBezTo>
                    <a:pt x="6858000" y="8338312"/>
                    <a:pt x="6721602" y="8474837"/>
                    <a:pt x="6553200" y="8474837"/>
                  </a:cubicBezTo>
                  <a:lnTo>
                    <a:pt x="304800" y="8474837"/>
                  </a:lnTo>
                  <a:cubicBezTo>
                    <a:pt x="136525" y="8474837"/>
                    <a:pt x="0" y="8338439"/>
                    <a:pt x="0" y="8170037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8526018" y="5041802"/>
            <a:ext cx="1364485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97653" y="8562775"/>
            <a:ext cx="5607053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esempio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597653" y="9096175"/>
            <a:ext cx="5607053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96750" y="1981200"/>
            <a:ext cx="5143500" cy="6356156"/>
            <a:chOff x="0" y="0"/>
            <a:chExt cx="6858000" cy="847487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0" cy="8474837"/>
            </a:xfrm>
            <a:custGeom>
              <a:avLst/>
              <a:gdLst/>
              <a:ahLst/>
              <a:cxnLst/>
              <a:rect r="r" b="b" t="t" l="l"/>
              <a:pathLst>
                <a:path h="8474837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8170037"/>
                  </a:lnTo>
                  <a:cubicBezTo>
                    <a:pt x="6858000" y="8338312"/>
                    <a:pt x="6721602" y="8474837"/>
                    <a:pt x="6553200" y="8474837"/>
                  </a:cubicBezTo>
                  <a:lnTo>
                    <a:pt x="304800" y="8474837"/>
                  </a:lnTo>
                  <a:cubicBezTo>
                    <a:pt x="136525" y="8474837"/>
                    <a:pt x="0" y="8338439"/>
                    <a:pt x="0" y="8170037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4050518" y="5041802"/>
            <a:ext cx="1364485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22153" y="8562775"/>
            <a:ext cx="5607053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esempio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22153" y="9096175"/>
            <a:ext cx="5607053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5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consectetur.</a:t>
            </a:r>
          </a:p>
        </p:txBody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06478"/>
            <a:ext cx="17760953" cy="511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2"/>
              </a:lnSpc>
            </a:pPr>
            <a:r>
              <a:rPr lang="en-US" sz="46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GALLERIA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1885950"/>
            <a:ext cx="7943850" cy="3648075"/>
            <a:chOff x="0" y="0"/>
            <a:chExt cx="10591800" cy="48641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591800" cy="4864100"/>
            </a:xfrm>
            <a:custGeom>
              <a:avLst/>
              <a:gdLst/>
              <a:ahLst/>
              <a:cxnLst/>
              <a:rect r="r" b="b" t="t" l="l"/>
              <a:pathLst>
                <a:path h="48641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4559300"/>
                  </a:lnTo>
                  <a:cubicBezTo>
                    <a:pt x="10591800" y="4727575"/>
                    <a:pt x="10455402" y="4864100"/>
                    <a:pt x="10287000" y="4864100"/>
                  </a:cubicBezTo>
                  <a:lnTo>
                    <a:pt x="304800" y="4864100"/>
                  </a:lnTo>
                  <a:cubicBezTo>
                    <a:pt x="136525" y="4864100"/>
                    <a:pt x="0" y="4727702"/>
                    <a:pt x="0" y="45593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4310015" y="3592516"/>
            <a:ext cx="1566177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 1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296400" y="1885950"/>
            <a:ext cx="7943850" cy="3648075"/>
            <a:chOff x="0" y="0"/>
            <a:chExt cx="10591800" cy="48641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91800" cy="4864100"/>
            </a:xfrm>
            <a:custGeom>
              <a:avLst/>
              <a:gdLst/>
              <a:ahLst/>
              <a:cxnLst/>
              <a:rect r="r" b="b" t="t" l="l"/>
              <a:pathLst>
                <a:path h="48641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4559300"/>
                  </a:lnTo>
                  <a:cubicBezTo>
                    <a:pt x="10591800" y="4727575"/>
                    <a:pt x="10455402" y="4864100"/>
                    <a:pt x="10287000" y="4864100"/>
                  </a:cubicBezTo>
                  <a:lnTo>
                    <a:pt x="304800" y="4864100"/>
                  </a:lnTo>
                  <a:cubicBezTo>
                    <a:pt x="136525" y="4864100"/>
                    <a:pt x="0" y="4727702"/>
                    <a:pt x="0" y="45593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2545711" y="3592516"/>
            <a:ext cx="1594656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 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47750" y="5838825"/>
            <a:ext cx="7943850" cy="3648075"/>
            <a:chOff x="0" y="0"/>
            <a:chExt cx="10591800" cy="4864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91800" cy="4864100"/>
            </a:xfrm>
            <a:custGeom>
              <a:avLst/>
              <a:gdLst/>
              <a:ahLst/>
              <a:cxnLst/>
              <a:rect r="r" b="b" t="t" l="l"/>
              <a:pathLst>
                <a:path h="48641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4559300"/>
                  </a:lnTo>
                  <a:cubicBezTo>
                    <a:pt x="10591800" y="4727575"/>
                    <a:pt x="10455402" y="4864100"/>
                    <a:pt x="10287000" y="4864100"/>
                  </a:cubicBezTo>
                  <a:lnTo>
                    <a:pt x="304800" y="4864100"/>
                  </a:lnTo>
                  <a:cubicBezTo>
                    <a:pt x="136525" y="4864100"/>
                    <a:pt x="0" y="4727702"/>
                    <a:pt x="0" y="45593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293937" y="7545391"/>
            <a:ext cx="160153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 3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296400" y="5838825"/>
            <a:ext cx="7943850" cy="3648075"/>
            <a:chOff x="0" y="0"/>
            <a:chExt cx="10591800" cy="4864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91800" cy="4864100"/>
            </a:xfrm>
            <a:custGeom>
              <a:avLst/>
              <a:gdLst/>
              <a:ahLst/>
              <a:cxnLst/>
              <a:rect r="r" b="b" t="t" l="l"/>
              <a:pathLst>
                <a:path h="4864100" w="105918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10287000" y="0"/>
                  </a:lnTo>
                  <a:cubicBezTo>
                    <a:pt x="10455275" y="0"/>
                    <a:pt x="10591800" y="136398"/>
                    <a:pt x="10591800" y="304800"/>
                  </a:cubicBezTo>
                  <a:lnTo>
                    <a:pt x="10591800" y="4559300"/>
                  </a:lnTo>
                  <a:cubicBezTo>
                    <a:pt x="10591800" y="4727575"/>
                    <a:pt x="10455402" y="4864100"/>
                    <a:pt x="10287000" y="4864100"/>
                  </a:cubicBezTo>
                  <a:lnTo>
                    <a:pt x="304800" y="4864100"/>
                  </a:lnTo>
                  <a:cubicBezTo>
                    <a:pt x="136525" y="4864100"/>
                    <a:pt x="0" y="4727702"/>
                    <a:pt x="0" y="45593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544825" y="7545391"/>
            <a:ext cx="1596790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IMMAGINE 4</a:t>
            </a:r>
          </a:p>
        </p:txBody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914400"/>
            <a:ext cx="9349683" cy="8572500"/>
            <a:chOff x="0" y="0"/>
            <a:chExt cx="12466244" cy="1143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466193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12466193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12161393" y="0"/>
                  </a:lnTo>
                  <a:cubicBezTo>
                    <a:pt x="12329795" y="0"/>
                    <a:pt x="12466193" y="136525"/>
                    <a:pt x="12466193" y="304800"/>
                  </a:cubicBezTo>
                  <a:lnTo>
                    <a:pt x="12466193" y="11125200"/>
                  </a:lnTo>
                  <a:cubicBezTo>
                    <a:pt x="12466193" y="11293602"/>
                    <a:pt x="12329668" y="11430000"/>
                    <a:pt x="12161393" y="11430000"/>
                  </a:cubicBezTo>
                  <a:lnTo>
                    <a:pt x="304800" y="11430000"/>
                  </a:lnTo>
                  <a:cubicBezTo>
                    <a:pt x="136398" y="11430000"/>
                    <a:pt x="0" y="11293475"/>
                    <a:pt x="0" y="111252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2593581" y="5059366"/>
            <a:ext cx="6888747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TRASCINA QUI L'IMMAGINE DA COMMENTARE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32426" y="3257350"/>
            <a:ext cx="6805736" cy="4901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1"/>
              </a:lnSpc>
            </a:pPr>
            <a:r>
              <a:rPr lang="en-US" sz="36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COSA OSSERVARE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032426" y="4093616"/>
            <a:ext cx="361302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596935" y="4084091"/>
            <a:ext cx="5787981" cy="80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Prima annotazione, lorem ipsum dolor sit amet consectetur.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032426" y="5238407"/>
            <a:ext cx="405060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40693" y="5228882"/>
            <a:ext cx="5742908" cy="80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Seconda annotazione, adipiscing elit sed do eiusmod tempor.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032426" y="6383188"/>
            <a:ext cx="414585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650218" y="6373663"/>
            <a:ext cx="5733097" cy="808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9"/>
              </a:lnSpc>
            </a:pPr>
            <a:r>
              <a:rPr lang="en-US" sz="21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Terza annotazione, incididunt ut labore et dolore magna.</a:t>
            </a:r>
          </a:p>
        </p:txBody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7750" y="914400"/>
            <a:ext cx="6202566" cy="8572500"/>
            <a:chOff x="0" y="0"/>
            <a:chExt cx="8270088" cy="1143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269986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8269986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7965186" y="0"/>
                  </a:lnTo>
                  <a:cubicBezTo>
                    <a:pt x="8133588" y="0"/>
                    <a:pt x="8269986" y="136525"/>
                    <a:pt x="8269986" y="304800"/>
                  </a:cubicBezTo>
                  <a:lnTo>
                    <a:pt x="8269986" y="11125200"/>
                  </a:lnTo>
                  <a:cubicBezTo>
                    <a:pt x="8269986" y="11293602"/>
                    <a:pt x="8133461" y="11430000"/>
                    <a:pt x="7965186" y="11430000"/>
                  </a:cubicBezTo>
                  <a:lnTo>
                    <a:pt x="304800" y="11430000"/>
                  </a:lnTo>
                  <a:cubicBezTo>
                    <a:pt x="136398" y="11430000"/>
                    <a:pt x="0" y="11293475"/>
                    <a:pt x="0" y="11125200"/>
                  </a:cubicBezTo>
                  <a:close/>
                </a:path>
              </a:pathLst>
            </a:custGeom>
            <a:solidFill>
              <a:srgbClr val="252525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3534470" y="5068891"/>
            <a:ext cx="1357112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RITRATTO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961509" y="3411541"/>
            <a:ext cx="10183749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375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SCHEDA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961509" y="4068766"/>
            <a:ext cx="10183749" cy="654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6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NOME DELL'AUTORE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961509" y="4935541"/>
            <a:ext cx="9532468" cy="911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25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961509" y="6278566"/>
            <a:ext cx="3137144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Nato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961509" y="6640516"/>
            <a:ext cx="3137144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1265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64443" y="6278566"/>
            <a:ext cx="3137144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Morto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164443" y="6640516"/>
            <a:ext cx="3137144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1321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67367" y="6278566"/>
            <a:ext cx="3137306" cy="263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Opera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67367" y="6640516"/>
            <a:ext cx="3137306" cy="368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Titolo</a:t>
            </a:r>
          </a:p>
        </p:txBody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QUIZ · DOMANDA 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92253"/>
            <a:ext cx="15141578" cy="629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66"/>
              </a:lnSpc>
            </a:pPr>
            <a:r>
              <a:rPr lang="en-US" sz="48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TESTO DELLA DOMANDA A SCELTA MULTIPLA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38225" y="2556424"/>
            <a:ext cx="7962900" cy="3327054"/>
            <a:chOff x="0" y="0"/>
            <a:chExt cx="10617200" cy="44360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617200" cy="4436110"/>
            </a:xfrm>
            <a:custGeom>
              <a:avLst/>
              <a:gdLst/>
              <a:ahLst/>
              <a:cxnLst/>
              <a:rect r="r" b="b" t="t" l="l"/>
              <a:pathLst>
                <a:path h="4436110" w="10617200">
                  <a:moveTo>
                    <a:pt x="0" y="306578"/>
                  </a:moveTo>
                  <a:cubicBezTo>
                    <a:pt x="0" y="137287"/>
                    <a:pt x="137287" y="0"/>
                    <a:pt x="306578" y="0"/>
                  </a:cubicBezTo>
                  <a:lnTo>
                    <a:pt x="10310622" y="0"/>
                  </a:lnTo>
                  <a:cubicBezTo>
                    <a:pt x="10479913" y="0"/>
                    <a:pt x="10617200" y="137287"/>
                    <a:pt x="10617200" y="306578"/>
                  </a:cubicBezTo>
                  <a:lnTo>
                    <a:pt x="10617200" y="4129532"/>
                  </a:lnTo>
                  <a:cubicBezTo>
                    <a:pt x="10617200" y="4298823"/>
                    <a:pt x="10479913" y="4436110"/>
                    <a:pt x="10310622" y="4436110"/>
                  </a:cubicBezTo>
                  <a:lnTo>
                    <a:pt x="306578" y="4436110"/>
                  </a:lnTo>
                  <a:cubicBezTo>
                    <a:pt x="137287" y="4436110"/>
                    <a:pt x="0" y="4298823"/>
                    <a:pt x="0" y="412953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07" t="0" r="-3607" b="0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473203" y="4040486"/>
            <a:ext cx="249384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63884" y="3997623"/>
            <a:ext cx="3484207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Prima risposta possibile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286875" y="2556424"/>
            <a:ext cx="7962900" cy="3327054"/>
            <a:chOff x="0" y="0"/>
            <a:chExt cx="10617200" cy="4436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17200" cy="4436110"/>
            </a:xfrm>
            <a:custGeom>
              <a:avLst/>
              <a:gdLst/>
              <a:ahLst/>
              <a:cxnLst/>
              <a:rect r="r" b="b" t="t" l="l"/>
              <a:pathLst>
                <a:path h="4436110" w="10617200">
                  <a:moveTo>
                    <a:pt x="0" y="306578"/>
                  </a:moveTo>
                  <a:cubicBezTo>
                    <a:pt x="0" y="137287"/>
                    <a:pt x="137287" y="0"/>
                    <a:pt x="306578" y="0"/>
                  </a:cubicBezTo>
                  <a:lnTo>
                    <a:pt x="10310622" y="0"/>
                  </a:lnTo>
                  <a:cubicBezTo>
                    <a:pt x="10479913" y="0"/>
                    <a:pt x="10617200" y="137287"/>
                    <a:pt x="10617200" y="306578"/>
                  </a:cubicBezTo>
                  <a:lnTo>
                    <a:pt x="10617200" y="4129532"/>
                  </a:lnTo>
                  <a:cubicBezTo>
                    <a:pt x="10617200" y="4298823"/>
                    <a:pt x="10479913" y="4436110"/>
                    <a:pt x="10310622" y="4436110"/>
                  </a:cubicBezTo>
                  <a:lnTo>
                    <a:pt x="306578" y="4436110"/>
                  </a:lnTo>
                  <a:cubicBezTo>
                    <a:pt x="137287" y="4436110"/>
                    <a:pt x="0" y="4298823"/>
                    <a:pt x="0" y="4129532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07" t="0" r="-3607" b="0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9721853" y="4040486"/>
            <a:ext cx="226619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89769" y="3997623"/>
            <a:ext cx="3941778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Seconda risposta possibile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38225" y="6169219"/>
            <a:ext cx="7962900" cy="3327206"/>
            <a:chOff x="0" y="0"/>
            <a:chExt cx="10617200" cy="44362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17200" cy="4436364"/>
            </a:xfrm>
            <a:custGeom>
              <a:avLst/>
              <a:gdLst/>
              <a:ahLst/>
              <a:cxnLst/>
              <a:rect r="r" b="b" t="t" l="l"/>
              <a:pathLst>
                <a:path h="4436364" w="10617200">
                  <a:moveTo>
                    <a:pt x="0" y="306578"/>
                  </a:moveTo>
                  <a:cubicBezTo>
                    <a:pt x="0" y="137287"/>
                    <a:pt x="137287" y="0"/>
                    <a:pt x="306578" y="0"/>
                  </a:cubicBezTo>
                  <a:lnTo>
                    <a:pt x="10310622" y="0"/>
                  </a:lnTo>
                  <a:cubicBezTo>
                    <a:pt x="10479913" y="0"/>
                    <a:pt x="10617200" y="137287"/>
                    <a:pt x="10617200" y="306578"/>
                  </a:cubicBezTo>
                  <a:lnTo>
                    <a:pt x="10617200" y="4129786"/>
                  </a:lnTo>
                  <a:cubicBezTo>
                    <a:pt x="10617200" y="4299077"/>
                    <a:pt x="10479913" y="4436364"/>
                    <a:pt x="10310622" y="4436364"/>
                  </a:cubicBezTo>
                  <a:lnTo>
                    <a:pt x="306578" y="4436364"/>
                  </a:lnTo>
                  <a:cubicBezTo>
                    <a:pt x="137287" y="4436237"/>
                    <a:pt x="0" y="4299077"/>
                    <a:pt x="0" y="412978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10" t="0" r="-3610" b="2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473203" y="7653433"/>
            <a:ext cx="247155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61655" y="7610570"/>
            <a:ext cx="3464071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Terza risposta possibile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286875" y="6169219"/>
            <a:ext cx="7962900" cy="3327206"/>
            <a:chOff x="0" y="0"/>
            <a:chExt cx="10617200" cy="443627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17200" cy="4436364"/>
            </a:xfrm>
            <a:custGeom>
              <a:avLst/>
              <a:gdLst/>
              <a:ahLst/>
              <a:cxnLst/>
              <a:rect r="r" b="b" t="t" l="l"/>
              <a:pathLst>
                <a:path h="4436364" w="10617200">
                  <a:moveTo>
                    <a:pt x="0" y="306578"/>
                  </a:moveTo>
                  <a:cubicBezTo>
                    <a:pt x="0" y="137287"/>
                    <a:pt x="137287" y="0"/>
                    <a:pt x="306578" y="0"/>
                  </a:cubicBezTo>
                  <a:lnTo>
                    <a:pt x="10310622" y="0"/>
                  </a:lnTo>
                  <a:cubicBezTo>
                    <a:pt x="10479913" y="0"/>
                    <a:pt x="10617200" y="137287"/>
                    <a:pt x="10617200" y="306578"/>
                  </a:cubicBezTo>
                  <a:lnTo>
                    <a:pt x="10617200" y="4129786"/>
                  </a:lnTo>
                  <a:cubicBezTo>
                    <a:pt x="10617200" y="4299077"/>
                    <a:pt x="10479913" y="4436364"/>
                    <a:pt x="10310622" y="4436364"/>
                  </a:cubicBezTo>
                  <a:lnTo>
                    <a:pt x="306578" y="4436364"/>
                  </a:lnTo>
                  <a:cubicBezTo>
                    <a:pt x="137287" y="4436237"/>
                    <a:pt x="0" y="4299077"/>
                    <a:pt x="0" y="4129786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610" t="0" r="-3610" b="2"/>
              </a:stretch>
            </a:blipFill>
            <a:ln w="19050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9721853" y="7653433"/>
            <a:ext cx="244916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208066" y="7610570"/>
            <a:ext cx="3640884" cy="434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Quarta risposta possibile</a:t>
            </a:r>
          </a:p>
        </p:txBody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>
  <p:cSld>
    <p:bg>
      <p:bgPr>
        <a:solidFill>
          <a:srgbClr val="FFC7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3497266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SOLUZIONE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4525966"/>
            <a:ext cx="971950" cy="1063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0"/>
              </a:lnSpc>
            </a:pPr>
            <a:r>
              <a:rPr lang="en-US" sz="120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B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38800" y="4609757"/>
            <a:ext cx="7687485" cy="600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4"/>
              </a:lnSpc>
            </a:pPr>
            <a:r>
              <a:rPr lang="en-US" sz="42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Testo della risposta corretta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153" y="5954716"/>
            <a:ext cx="13193716" cy="96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Perché è corretta: lorem ipsum dolor sit amet, consectetur adipiscing elit, sed do eiusmod tempor incididunt ut labore.</a:t>
            </a:r>
          </a:p>
        </p:txBody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959030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CONSEGNA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587503"/>
            <a:ext cx="9590303" cy="619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8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TITOLO DELL'ESERCIZIO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2457993"/>
            <a:ext cx="8976779" cy="1425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amet, consectetur adipiscing elit, sed do eiusmod tempor incididunt ut labore et dolore magna aliqua.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153" y="4134393"/>
            <a:ext cx="8976779" cy="968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4"/>
              </a:lnSpc>
            </a:pPr>
            <a:r>
              <a:rPr lang="en-US" sz="240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Ut enim ad minim veniam, quis nostrud exercitation ullamco laboris.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498188" y="914400"/>
            <a:ext cx="6742062" cy="8572500"/>
            <a:chOff x="0" y="0"/>
            <a:chExt cx="8989416" cy="11430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89441" cy="11430000"/>
            </a:xfrm>
            <a:custGeom>
              <a:avLst/>
              <a:gdLst/>
              <a:ahLst/>
              <a:cxnLst/>
              <a:rect r="r" b="b" t="t" l="l"/>
              <a:pathLst>
                <a:path h="11430000" w="8989441">
                  <a:moveTo>
                    <a:pt x="0" y="304800"/>
                  </a:moveTo>
                  <a:cubicBezTo>
                    <a:pt x="0" y="136525"/>
                    <a:pt x="136525" y="0"/>
                    <a:pt x="304800" y="0"/>
                  </a:cubicBezTo>
                  <a:lnTo>
                    <a:pt x="8684641" y="0"/>
                  </a:lnTo>
                  <a:cubicBezTo>
                    <a:pt x="8853043" y="0"/>
                    <a:pt x="8989441" y="136525"/>
                    <a:pt x="8989441" y="304800"/>
                  </a:cubicBezTo>
                  <a:lnTo>
                    <a:pt x="8989441" y="11125200"/>
                  </a:lnTo>
                  <a:cubicBezTo>
                    <a:pt x="8989441" y="11293602"/>
                    <a:pt x="8852916" y="11430000"/>
                    <a:pt x="8684641" y="11430000"/>
                  </a:cubicBezTo>
                  <a:lnTo>
                    <a:pt x="304800" y="11430000"/>
                  </a:lnTo>
                  <a:cubicBezTo>
                    <a:pt x="136398" y="11430000"/>
                    <a:pt x="0" y="11293475"/>
                    <a:pt x="0" y="11125200"/>
                  </a:cubicBezTo>
                  <a:close/>
                </a:path>
              </a:pathLst>
            </a:custGeom>
            <a:solidFill>
              <a:srgbClr val="1A1A1A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0961741" y="3454403"/>
            <a:ext cx="640154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99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MODALITÀ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61741" y="4025903"/>
            <a:ext cx="6401543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Tempo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61741" y="4387853"/>
            <a:ext cx="6401543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 min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61741" y="5102228"/>
            <a:ext cx="6401543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Gruppi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61741" y="5464178"/>
            <a:ext cx="6401543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Coppie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961741" y="6178553"/>
            <a:ext cx="6401543" cy="292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Consegna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961741" y="6540503"/>
            <a:ext cx="6401543" cy="42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Entro venerdì</a:t>
            </a:r>
          </a:p>
        </p:txBody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DISCUSSIONE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QUATTRO DOMANDE APERTE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2492378"/>
            <a:ext cx="420538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34988" y="2501903"/>
            <a:ext cx="7390809" cy="92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Prima domanda aperta, lorem ipsum dolor sit amet consectetur?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78953" y="2492378"/>
            <a:ext cx="472030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092280" y="2501903"/>
            <a:ext cx="7337765" cy="92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Seconda domanda aperta, adipiscing elit sed do eiusmod?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73153" y="6202366"/>
            <a:ext cx="483194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97644" y="6211891"/>
            <a:ext cx="7326268" cy="92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Terza domanda aperta, tempor incididunt ut labore et dolore?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78953" y="6202366"/>
            <a:ext cx="491823" cy="463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112073" y="6211891"/>
            <a:ext cx="7317381" cy="9281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6"/>
              </a:lnSpc>
            </a:pPr>
            <a:r>
              <a:rPr lang="en-US" sz="24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Quarta domanda aperta, ut enim ad minim veniam quis nostrud?</a:t>
            </a:r>
          </a:p>
        </p:txBody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GLOSSARIO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3068393"/>
            <a:ext cx="7753350" cy="19050"/>
            <a:chOff x="0" y="0"/>
            <a:chExt cx="10337800" cy="254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37800" cy="25400"/>
            </a:xfrm>
            <a:custGeom>
              <a:avLst/>
              <a:gdLst/>
              <a:ahLst/>
              <a:cxnLst/>
              <a:rect r="r" b="b" t="t" l="l"/>
              <a:pathLst>
                <a:path h="254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73153" y="1997078"/>
            <a:ext cx="847788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Termine uno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3153" y="2444753"/>
            <a:ext cx="8477888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Definizione breve, lorem ipsum dolor sit amet consectetur.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486900" y="3068393"/>
            <a:ext cx="7753350" cy="19050"/>
            <a:chOff x="0" y="0"/>
            <a:chExt cx="10337800" cy="2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337800" cy="25400"/>
            </a:xfrm>
            <a:custGeom>
              <a:avLst/>
              <a:gdLst/>
              <a:ahLst/>
              <a:cxnLst/>
              <a:rect r="r" b="b" t="t" l="l"/>
              <a:pathLst>
                <a:path h="254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9512303" y="1997078"/>
            <a:ext cx="847788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Termine quattro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512303" y="2444753"/>
            <a:ext cx="8477888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Definizione breve, lorem ipsum dolor sit amet consectetur.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47750" y="4479427"/>
            <a:ext cx="7753350" cy="19050"/>
            <a:chOff x="0" y="0"/>
            <a:chExt cx="10337800" cy="25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337800" cy="25400"/>
            </a:xfrm>
            <a:custGeom>
              <a:avLst/>
              <a:gdLst/>
              <a:ahLst/>
              <a:cxnLst/>
              <a:rect r="r" b="b" t="t" l="l"/>
              <a:pathLst>
                <a:path h="254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73153" y="3408112"/>
            <a:ext cx="847788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Termine due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3153" y="3855787"/>
            <a:ext cx="8477888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Definizione breve, lorem ipsum dolor sit amet consectetur.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486900" y="4479427"/>
            <a:ext cx="7753350" cy="19050"/>
            <a:chOff x="0" y="0"/>
            <a:chExt cx="10337800" cy="25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337800" cy="25400"/>
            </a:xfrm>
            <a:custGeom>
              <a:avLst/>
              <a:gdLst/>
              <a:ahLst/>
              <a:cxnLst/>
              <a:rect r="r" b="b" t="t" l="l"/>
              <a:pathLst>
                <a:path h="254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512303" y="3408112"/>
            <a:ext cx="847788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Termine cinque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2303" y="3855787"/>
            <a:ext cx="8477888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Definizione breve, lorem ipsum dolor sit amet consectetur.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47750" y="5890470"/>
            <a:ext cx="7753350" cy="19050"/>
            <a:chOff x="0" y="0"/>
            <a:chExt cx="10337800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337800" cy="25400"/>
            </a:xfrm>
            <a:custGeom>
              <a:avLst/>
              <a:gdLst/>
              <a:ahLst/>
              <a:cxnLst/>
              <a:rect r="r" b="b" t="t" l="l"/>
              <a:pathLst>
                <a:path h="254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073153" y="4819155"/>
            <a:ext cx="847788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Termine tre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3153" y="5266830"/>
            <a:ext cx="8477888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Definizione breve, lorem ipsum dolor sit amet consectetur.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486900" y="5890470"/>
            <a:ext cx="7753350" cy="19050"/>
            <a:chOff x="0" y="0"/>
            <a:chExt cx="103378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37800" cy="25400"/>
            </a:xfrm>
            <a:custGeom>
              <a:avLst/>
              <a:gdLst/>
              <a:ahLst/>
              <a:cxnLst/>
              <a:rect r="r" b="b" t="t" l="l"/>
              <a:pathLst>
                <a:path h="25400" w="10337800">
                  <a:moveTo>
                    <a:pt x="0" y="0"/>
                  </a:moveTo>
                  <a:lnTo>
                    <a:pt x="10337800" y="0"/>
                  </a:lnTo>
                  <a:lnTo>
                    <a:pt x="103378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9512303" y="4819155"/>
            <a:ext cx="8477888" cy="387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Termine sei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512303" y="5266830"/>
            <a:ext cx="8477888" cy="407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Definizione breve, lorem ipsum dolor sit amet consectetur.</a:t>
            </a:r>
          </a:p>
        </p:txBody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FONTI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1482728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PER APPROFONDIRE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47750" y="3090862"/>
            <a:ext cx="16192500" cy="19050"/>
            <a:chOff x="0" y="0"/>
            <a:chExt cx="21590000" cy="25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3153" y="2540003"/>
            <a:ext cx="183515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MANUALE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92453" y="2416178"/>
            <a:ext cx="7331250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Autore, </a:t>
            </a:r>
            <a:r>
              <a:rPr lang="en-US" sz="2250" i="true">
                <a:solidFill>
                  <a:srgbClr val="1A1A1A"/>
                </a:solidFill>
                <a:latin typeface="Inter Italics"/>
                <a:ea typeface="Inter Italics"/>
                <a:cs typeface="Inter Italics"/>
                <a:sym typeface="Inter Italics"/>
              </a:rPr>
              <a:t>Titolo dell'opera</a:t>
            </a: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, Editore, anno, pp. 00–00.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47750" y="4019550"/>
            <a:ext cx="16192500" cy="19050"/>
            <a:chOff x="0" y="0"/>
            <a:chExt cx="21590000" cy="25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73153" y="3468691"/>
            <a:ext cx="183515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SAGGIO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92453" y="3344866"/>
            <a:ext cx="7331250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Autore, </a:t>
            </a:r>
            <a:r>
              <a:rPr lang="en-US" sz="2250" i="true">
                <a:solidFill>
                  <a:srgbClr val="1A1A1A"/>
                </a:solidFill>
                <a:latin typeface="Inter Italics"/>
                <a:ea typeface="Inter Italics"/>
                <a:cs typeface="Inter Italics"/>
                <a:sym typeface="Inter Italics"/>
              </a:rPr>
              <a:t>Titolo dell'opera</a:t>
            </a: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, Editore, anno, pp. 00–00.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047750" y="4948238"/>
            <a:ext cx="16192500" cy="19050"/>
            <a:chOff x="0" y="0"/>
            <a:chExt cx="21590000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590000" cy="25400"/>
            </a:xfrm>
            <a:custGeom>
              <a:avLst/>
              <a:gdLst/>
              <a:ahLst/>
              <a:cxnLst/>
              <a:rect r="r" b="b" t="t" l="l"/>
              <a:pathLst>
                <a:path h="25400" w="21590000">
                  <a:moveTo>
                    <a:pt x="0" y="0"/>
                  </a:moveTo>
                  <a:lnTo>
                    <a:pt x="21590000" y="0"/>
                  </a:lnTo>
                  <a:lnTo>
                    <a:pt x="2159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073153" y="4397378"/>
            <a:ext cx="183515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VIDEO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92453" y="4273553"/>
            <a:ext cx="6008303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Titolo del contenuto, piattaforma, durata.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73153" y="5326066"/>
            <a:ext cx="1835153" cy="2825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b="true" sz="1800" spc="225">
                <a:solidFill>
                  <a:srgbClr val="FF842F"/>
                </a:solidFill>
                <a:latin typeface="Arimo Bold"/>
                <a:ea typeface="Arimo Bold"/>
                <a:cs typeface="Arimo Bold"/>
                <a:sym typeface="Arimo Bold"/>
              </a:rPr>
              <a:t>ONLINE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092453" y="5202241"/>
            <a:ext cx="7209615" cy="458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2"/>
              </a:lnSpc>
            </a:pPr>
            <a:r>
              <a:rPr lang="en-US" sz="2250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Nome del sito o dell'archivio, sezione consultata.</a:t>
            </a:r>
          </a:p>
        </p:txBody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1016003"/>
            <a:ext cx="17760953" cy="558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75"/>
              </a:lnSpc>
            </a:pPr>
            <a:r>
              <a:rPr lang="en-US" sz="510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PER LA PROSSIMA VOLTA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47750" y="2019300"/>
            <a:ext cx="5143500" cy="7467600"/>
            <a:chOff x="0" y="0"/>
            <a:chExt cx="6858000" cy="9956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858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9652000"/>
                  </a:lnTo>
                  <a:cubicBezTo>
                    <a:pt x="6858000" y="9820275"/>
                    <a:pt x="6721602" y="9956800"/>
                    <a:pt x="6553200" y="9956800"/>
                  </a:cubicBezTo>
                  <a:lnTo>
                    <a:pt x="304800" y="9956800"/>
                  </a:lnTo>
                  <a:cubicBezTo>
                    <a:pt x="136525" y="9956800"/>
                    <a:pt x="0" y="9820402"/>
                    <a:pt x="0" y="9652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1454153" y="2463803"/>
            <a:ext cx="47688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STUDIARE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54153" y="2921003"/>
            <a:ext cx="4768853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Pagine 00–00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54153" y="3479997"/>
            <a:ext cx="4462148" cy="7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572250" y="2019300"/>
            <a:ext cx="5143500" cy="7467600"/>
            <a:chOff x="0" y="0"/>
            <a:chExt cx="6858000" cy="995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858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9652000"/>
                  </a:lnTo>
                  <a:cubicBezTo>
                    <a:pt x="6858000" y="9820275"/>
                    <a:pt x="6721602" y="9956800"/>
                    <a:pt x="6553200" y="9956800"/>
                  </a:cubicBezTo>
                  <a:lnTo>
                    <a:pt x="304800" y="9956800"/>
                  </a:lnTo>
                  <a:cubicBezTo>
                    <a:pt x="136525" y="9956800"/>
                    <a:pt x="0" y="9820402"/>
                    <a:pt x="0" y="9652000"/>
                  </a:cubicBezTo>
                  <a:close/>
                </a:path>
              </a:pathLst>
            </a:custGeom>
            <a:solidFill>
              <a:srgbClr val="ECECE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6978653" y="2463803"/>
            <a:ext cx="47688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8A8A8A"/>
                </a:solidFill>
                <a:latin typeface="Arimo Bold"/>
                <a:ea typeface="Arimo Bold"/>
                <a:cs typeface="Arimo Bold"/>
                <a:sym typeface="Arimo Bold"/>
              </a:rPr>
              <a:t>ESERCIZI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78653" y="2921003"/>
            <a:ext cx="4768853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Numeri 1–8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78653" y="3479997"/>
            <a:ext cx="4462148" cy="7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096750" y="2019300"/>
            <a:ext cx="5143500" cy="7467600"/>
            <a:chOff x="0" y="0"/>
            <a:chExt cx="6858000" cy="9956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858000" cy="9956800"/>
            </a:xfrm>
            <a:custGeom>
              <a:avLst/>
              <a:gdLst/>
              <a:ahLst/>
              <a:cxnLst/>
              <a:rect r="r" b="b" t="t" l="l"/>
              <a:pathLst>
                <a:path h="9956800" w="6858000">
                  <a:moveTo>
                    <a:pt x="0" y="304800"/>
                  </a:moveTo>
                  <a:cubicBezTo>
                    <a:pt x="0" y="136398"/>
                    <a:pt x="136398" y="0"/>
                    <a:pt x="304800" y="0"/>
                  </a:cubicBezTo>
                  <a:lnTo>
                    <a:pt x="6553200" y="0"/>
                  </a:lnTo>
                  <a:cubicBezTo>
                    <a:pt x="6721475" y="0"/>
                    <a:pt x="6858000" y="136398"/>
                    <a:pt x="6858000" y="304800"/>
                  </a:cubicBezTo>
                  <a:lnTo>
                    <a:pt x="6858000" y="9652000"/>
                  </a:lnTo>
                  <a:cubicBezTo>
                    <a:pt x="6858000" y="9820275"/>
                    <a:pt x="6721602" y="9956800"/>
                    <a:pt x="6553200" y="9956800"/>
                  </a:cubicBezTo>
                  <a:lnTo>
                    <a:pt x="304800" y="9956800"/>
                  </a:lnTo>
                  <a:cubicBezTo>
                    <a:pt x="136525" y="9956800"/>
                    <a:pt x="0" y="9820402"/>
                    <a:pt x="0" y="9652000"/>
                  </a:cubicBezTo>
                  <a:close/>
                </a:path>
              </a:pathLst>
            </a:custGeom>
            <a:solidFill>
              <a:srgbClr val="FFC700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2503153" y="2463803"/>
            <a:ext cx="4768853" cy="254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b="true" sz="1650" spc="300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VERIFICA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503153" y="2921003"/>
            <a:ext cx="4768853" cy="403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8"/>
              </a:lnSpc>
            </a:pPr>
            <a:r>
              <a:rPr lang="en-US" sz="2850" b="true">
                <a:solidFill>
                  <a:srgbClr val="1A1A1A"/>
                </a:solidFill>
                <a:latin typeface="Arimo Bold"/>
                <a:ea typeface="Arimo Bold"/>
                <a:cs typeface="Arimo Bold"/>
                <a:sym typeface="Arimo Bold"/>
              </a:rPr>
              <a:t>Giovedì 00/00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503153" y="3479997"/>
            <a:ext cx="4462148" cy="780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2"/>
              </a:lnSpc>
            </a:pPr>
            <a:r>
              <a:rPr lang="en-US" sz="2025">
                <a:solidFill>
                  <a:srgbClr val="1A1A1A"/>
                </a:solidFill>
                <a:latin typeface="Inter"/>
                <a:ea typeface="Inter"/>
                <a:cs typeface="Inter"/>
                <a:sym typeface="Inter"/>
              </a:rPr>
              <a:t>Lorem ipsum dolor sit amet consectetur adipiscing.</a:t>
            </a:r>
          </a:p>
        </p:txBody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73153" y="920753"/>
            <a:ext cx="17760953" cy="301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b="true" sz="1950" spc="450">
                <a:solidFill>
                  <a:srgbClr val="FFC700"/>
                </a:solidFill>
                <a:latin typeface="Arimo Bold"/>
                <a:ea typeface="Arimo Bold"/>
                <a:cs typeface="Arimo Bold"/>
                <a:sym typeface="Arimo Bold"/>
              </a:rPr>
              <a:t>FINE LEZIONE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73153" y="4382195"/>
            <a:ext cx="17760953" cy="987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9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GRAZIE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73153" y="5629970"/>
            <a:ext cx="12522203" cy="541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3"/>
              </a:lnSpc>
            </a:pPr>
            <a:r>
              <a:rPr lang="en-US" sz="2700">
                <a:solidFill>
                  <a:srgbClr val="D9D9D9"/>
                </a:solidFill>
                <a:latin typeface="Inter"/>
                <a:ea typeface="Inter"/>
                <a:cs typeface="Inter"/>
                <a:sym typeface="Inter"/>
              </a:rPr>
              <a:t>La prossima volta: titolo della lezione successiva.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73153" y="9178928"/>
            <a:ext cx="3773157" cy="320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2100" spc="22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PROF. NOME COGNOME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59073" y="9188453"/>
            <a:ext cx="3554282" cy="3111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8A8A8A"/>
                </a:solidFill>
                <a:latin typeface="Inter"/>
                <a:ea typeface="Inter"/>
                <a:cs typeface="Inter"/>
                <a:sym typeface="Inter"/>
              </a:rPr>
              <a:t>nome.cognome@scuola.it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DAHRh2VL2Zk</dc:identifier>
  <dcterms:modified xsi:type="dcterms:W3CDTF">2011-08-01T06:04:30Z</dcterms:modified>
  <cp:revision>1</cp:revision>
  <dc:title>GAP-Template-Presentazione.pptx</dc:title>
</cp:coreProperties>
</file>